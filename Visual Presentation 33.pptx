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9" r:id="rId4"/>
  </p:sldMasterIdLst>
  <p:sldIdLst>
    <p:sldId id="256" r:id="rId5"/>
    <p:sldId id="257" r:id="rId6"/>
    <p:sldId id="262" r:id="rId7"/>
    <p:sldId id="263" r:id="rId8"/>
    <p:sldId id="261" r:id="rId9"/>
    <p:sldId id="264" r:id="rId10"/>
    <p:sldId id="265" r:id="rId11"/>
    <p:sldId id="260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0" d="100"/>
          <a:sy n="100" d="100"/>
        </p:scale>
        <p:origin x="114" y="2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4.svg"/><Relationship Id="rId1" Type="http://schemas.openxmlformats.org/officeDocument/2006/relationships/image" Target="../media/image13.svg"/><Relationship Id="rId4" Type="http://schemas.openxmlformats.org/officeDocument/2006/relationships/image" Target="../media/image16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4.svg"/><Relationship Id="rId1" Type="http://schemas.openxmlformats.org/officeDocument/2006/relationships/image" Target="../media/image13.svg"/><Relationship Id="rId4" Type="http://schemas.openxmlformats.org/officeDocument/2006/relationships/image" Target="../media/image16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82AF451-5370-46A1-BD8A-95D466BE2165}" type="doc">
      <dgm:prSet loTypeId="urn:microsoft.com/office/officeart/2018/2/layout/IconLabelList" loCatId="icon" qsTypeId="urn:microsoft.com/office/officeart/2005/8/quickstyle/simple1#17" qsCatId="simple" csTypeId="urn:microsoft.com/office/officeart/2018/5/colors/Iconchunking_neutralbg_colorful5" csCatId="colorful" phldr="1"/>
      <dgm:spPr/>
      <dgm:t>
        <a:bodyPr/>
        <a:lstStyle/>
        <a:p>
          <a:endParaRPr lang="en-US"/>
        </a:p>
      </dgm:t>
    </dgm:pt>
    <dgm:pt modelId="{177A6CC9-240D-4290-AFAD-FED3BD3FCCE6}">
      <dgm:prSet/>
      <dgm:spPr/>
      <dgm:t>
        <a:bodyPr/>
        <a:lstStyle/>
        <a:p>
          <a:r>
            <a:rPr lang="en-US" b="0" i="0"/>
            <a:t>Website design and implementation - Jahbari Dessout</a:t>
          </a:r>
          <a:endParaRPr lang="en-US"/>
        </a:p>
      </dgm:t>
    </dgm:pt>
    <dgm:pt modelId="{33F41409-9D78-4977-A80A-22460092B758}" type="parTrans" cxnId="{FEE50CDF-42E8-468B-89E6-97BE805E9F9A}">
      <dgm:prSet/>
      <dgm:spPr/>
      <dgm:t>
        <a:bodyPr/>
        <a:lstStyle/>
        <a:p>
          <a:endParaRPr lang="en-US"/>
        </a:p>
      </dgm:t>
    </dgm:pt>
    <dgm:pt modelId="{2E3A2706-A633-425B-886F-7FE7582A9292}" type="sibTrans" cxnId="{FEE50CDF-42E8-468B-89E6-97BE805E9F9A}">
      <dgm:prSet/>
      <dgm:spPr/>
      <dgm:t>
        <a:bodyPr/>
        <a:lstStyle/>
        <a:p>
          <a:endParaRPr lang="en-US"/>
        </a:p>
      </dgm:t>
    </dgm:pt>
    <dgm:pt modelId="{F6166290-3FF9-4F81-9FD9-01045C3CB443}">
      <dgm:prSet/>
      <dgm:spPr/>
      <dgm:t>
        <a:bodyPr/>
        <a:lstStyle/>
        <a:p>
          <a:r>
            <a:rPr lang="en-US" b="0" i="0"/>
            <a:t>Backend and scripting - William Ferris</a:t>
          </a:r>
          <a:endParaRPr lang="en-US"/>
        </a:p>
      </dgm:t>
    </dgm:pt>
    <dgm:pt modelId="{64466BA1-A5BE-470F-B864-A9EAE34CF13C}" type="parTrans" cxnId="{BC67A695-D8AE-4327-A85A-67E511F64A2F}">
      <dgm:prSet/>
      <dgm:spPr/>
      <dgm:t>
        <a:bodyPr/>
        <a:lstStyle/>
        <a:p>
          <a:endParaRPr lang="en-US"/>
        </a:p>
      </dgm:t>
    </dgm:pt>
    <dgm:pt modelId="{7E723DF0-99C0-4E0C-951F-D0E70F8FC001}" type="sibTrans" cxnId="{BC67A695-D8AE-4327-A85A-67E511F64A2F}">
      <dgm:prSet/>
      <dgm:spPr/>
      <dgm:t>
        <a:bodyPr/>
        <a:lstStyle/>
        <a:p>
          <a:endParaRPr lang="en-US"/>
        </a:p>
      </dgm:t>
    </dgm:pt>
    <dgm:pt modelId="{AA4390FD-1402-42BA-BEE9-4369BF8ACB60}">
      <dgm:prSet/>
      <dgm:spPr/>
      <dgm:t>
        <a:bodyPr/>
        <a:lstStyle/>
        <a:p>
          <a:r>
            <a:rPr lang="en-US" b="0" i="0"/>
            <a:t>Project documentation - Edward Arroyo Diaz &amp; Eliexer Gomez</a:t>
          </a:r>
          <a:endParaRPr lang="en-US"/>
        </a:p>
      </dgm:t>
    </dgm:pt>
    <dgm:pt modelId="{A8BA1796-3BA0-4356-B26A-B6516E4C6834}" type="parTrans" cxnId="{1CC2FCDB-A197-41B0-B8B1-CE48CEB5AD4A}">
      <dgm:prSet/>
      <dgm:spPr/>
      <dgm:t>
        <a:bodyPr/>
        <a:lstStyle/>
        <a:p>
          <a:endParaRPr lang="en-US"/>
        </a:p>
      </dgm:t>
    </dgm:pt>
    <dgm:pt modelId="{11462269-B5DB-487B-AA21-E08747F6555A}" type="sibTrans" cxnId="{1CC2FCDB-A197-41B0-B8B1-CE48CEB5AD4A}">
      <dgm:prSet/>
      <dgm:spPr/>
      <dgm:t>
        <a:bodyPr/>
        <a:lstStyle/>
        <a:p>
          <a:endParaRPr lang="en-US"/>
        </a:p>
      </dgm:t>
    </dgm:pt>
    <dgm:pt modelId="{7BD4FAD9-AA95-40C0-A4E6-898BA5467E61}">
      <dgm:prSet/>
      <dgm:spPr/>
      <dgm:t>
        <a:bodyPr/>
        <a:lstStyle/>
        <a:p>
          <a:r>
            <a:rPr lang="en-US" b="0" i="0"/>
            <a:t>Github repository management - Jahbari Dessout</a:t>
          </a:r>
          <a:endParaRPr lang="en-US"/>
        </a:p>
      </dgm:t>
    </dgm:pt>
    <dgm:pt modelId="{12810988-5B7E-427D-A3B2-53447792A5B5}" type="parTrans" cxnId="{D870EF00-EF9D-4014-B2A0-9B101A54BDF5}">
      <dgm:prSet/>
      <dgm:spPr/>
      <dgm:t>
        <a:bodyPr/>
        <a:lstStyle/>
        <a:p>
          <a:endParaRPr lang="en-US"/>
        </a:p>
      </dgm:t>
    </dgm:pt>
    <dgm:pt modelId="{AE12D7CE-A1CC-4D53-82FF-9901E5E7A83A}" type="sibTrans" cxnId="{D870EF00-EF9D-4014-B2A0-9B101A54BDF5}">
      <dgm:prSet/>
      <dgm:spPr/>
      <dgm:t>
        <a:bodyPr/>
        <a:lstStyle/>
        <a:p>
          <a:endParaRPr lang="en-US"/>
        </a:p>
      </dgm:t>
    </dgm:pt>
    <dgm:pt modelId="{A8BFCE71-C23A-4619-BFD1-6B42CC7D093B}" type="pres">
      <dgm:prSet presAssocID="{582AF451-5370-46A1-BD8A-95D466BE2165}" presName="root" presStyleCnt="0">
        <dgm:presLayoutVars>
          <dgm:dir/>
          <dgm:resizeHandles val="exact"/>
        </dgm:presLayoutVars>
      </dgm:prSet>
      <dgm:spPr/>
    </dgm:pt>
    <dgm:pt modelId="{792BFAA5-B7B9-4082-8C7F-AE92AC991E68}" type="pres">
      <dgm:prSet presAssocID="{177A6CC9-240D-4290-AFAD-FED3BD3FCCE6}" presName="compNode" presStyleCnt="0"/>
      <dgm:spPr/>
    </dgm:pt>
    <dgm:pt modelId="{DB811475-936A-4C94-A446-AFE933ADEE3D}" type="pres">
      <dgm:prSet presAssocID="{177A6CC9-240D-4290-AFAD-FED3BD3FCCE6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eb Design"/>
        </a:ext>
      </dgm:extLst>
    </dgm:pt>
    <dgm:pt modelId="{67B5EB33-7EC1-4A43-8A15-9DF4213A289E}" type="pres">
      <dgm:prSet presAssocID="{177A6CC9-240D-4290-AFAD-FED3BD3FCCE6}" presName="spaceRect" presStyleCnt="0"/>
      <dgm:spPr/>
    </dgm:pt>
    <dgm:pt modelId="{C1A08691-C7DB-4025-8D61-C32C92AE8FD4}" type="pres">
      <dgm:prSet presAssocID="{177A6CC9-240D-4290-AFAD-FED3BD3FCCE6}" presName="textRect" presStyleLbl="revTx" presStyleIdx="0" presStyleCnt="4">
        <dgm:presLayoutVars>
          <dgm:chMax val="1"/>
          <dgm:chPref val="1"/>
        </dgm:presLayoutVars>
      </dgm:prSet>
      <dgm:spPr/>
    </dgm:pt>
    <dgm:pt modelId="{FC70A9D8-F4CF-4BE4-8662-44427D0EDA57}" type="pres">
      <dgm:prSet presAssocID="{2E3A2706-A633-425B-886F-7FE7582A9292}" presName="sibTrans" presStyleCnt="0"/>
      <dgm:spPr/>
    </dgm:pt>
    <dgm:pt modelId="{D50A7ED2-A4C6-4456-83F5-20A5E1AF5727}" type="pres">
      <dgm:prSet presAssocID="{F6166290-3FF9-4F81-9FD9-01045C3CB443}" presName="compNode" presStyleCnt="0"/>
      <dgm:spPr/>
    </dgm:pt>
    <dgm:pt modelId="{C67E61C8-B305-4B6F-B4F9-BBFF20981F7D}" type="pres">
      <dgm:prSet presAssocID="{F6166290-3FF9-4F81-9FD9-01045C3CB443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obot"/>
        </a:ext>
      </dgm:extLst>
    </dgm:pt>
    <dgm:pt modelId="{4056724A-3F02-4CB0-A2D6-0AA861E3808C}" type="pres">
      <dgm:prSet presAssocID="{F6166290-3FF9-4F81-9FD9-01045C3CB443}" presName="spaceRect" presStyleCnt="0"/>
      <dgm:spPr/>
    </dgm:pt>
    <dgm:pt modelId="{480874D6-BA24-49B9-9878-7450970299CF}" type="pres">
      <dgm:prSet presAssocID="{F6166290-3FF9-4F81-9FD9-01045C3CB443}" presName="textRect" presStyleLbl="revTx" presStyleIdx="1" presStyleCnt="4">
        <dgm:presLayoutVars>
          <dgm:chMax val="1"/>
          <dgm:chPref val="1"/>
        </dgm:presLayoutVars>
      </dgm:prSet>
      <dgm:spPr/>
    </dgm:pt>
    <dgm:pt modelId="{E9ABC65F-ACA7-4981-9D1A-3E4CAA1BA5B8}" type="pres">
      <dgm:prSet presAssocID="{7E723DF0-99C0-4E0C-951F-D0E70F8FC001}" presName="sibTrans" presStyleCnt="0"/>
      <dgm:spPr/>
    </dgm:pt>
    <dgm:pt modelId="{F828E6ED-9130-47A9-875E-60F48BADDD8F}" type="pres">
      <dgm:prSet presAssocID="{AA4390FD-1402-42BA-BEE9-4369BF8ACB60}" presName="compNode" presStyleCnt="0"/>
      <dgm:spPr/>
    </dgm:pt>
    <dgm:pt modelId="{80E24EB1-490D-440A-B597-C7BC734C7414}" type="pres">
      <dgm:prSet presAssocID="{AA4390FD-1402-42BA-BEE9-4369BF8ACB60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cument"/>
        </a:ext>
      </dgm:extLst>
    </dgm:pt>
    <dgm:pt modelId="{844E84FF-7091-45AD-9FA4-9CA283F5B9FF}" type="pres">
      <dgm:prSet presAssocID="{AA4390FD-1402-42BA-BEE9-4369BF8ACB60}" presName="spaceRect" presStyleCnt="0"/>
      <dgm:spPr/>
    </dgm:pt>
    <dgm:pt modelId="{9558A582-41B4-47EA-9245-355EE71E86E1}" type="pres">
      <dgm:prSet presAssocID="{AA4390FD-1402-42BA-BEE9-4369BF8ACB60}" presName="textRect" presStyleLbl="revTx" presStyleIdx="2" presStyleCnt="4">
        <dgm:presLayoutVars>
          <dgm:chMax val="1"/>
          <dgm:chPref val="1"/>
        </dgm:presLayoutVars>
      </dgm:prSet>
      <dgm:spPr/>
    </dgm:pt>
    <dgm:pt modelId="{E997BC9A-62B2-4360-883A-125D03581218}" type="pres">
      <dgm:prSet presAssocID="{11462269-B5DB-487B-AA21-E08747F6555A}" presName="sibTrans" presStyleCnt="0"/>
      <dgm:spPr/>
    </dgm:pt>
    <dgm:pt modelId="{B4D049F0-7985-4D4C-9798-157DFCBF60E2}" type="pres">
      <dgm:prSet presAssocID="{7BD4FAD9-AA95-40C0-A4E6-898BA5467E61}" presName="compNode" presStyleCnt="0"/>
      <dgm:spPr/>
    </dgm:pt>
    <dgm:pt modelId="{0FCA4EA9-1F57-4B90-8D50-AA4AAEADEE75}" type="pres">
      <dgm:prSet presAssocID="{7BD4FAD9-AA95-40C0-A4E6-898BA5467E61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Open Folder"/>
        </a:ext>
      </dgm:extLst>
    </dgm:pt>
    <dgm:pt modelId="{EBF208EB-BD45-4ADC-8D9F-E72888BE69B7}" type="pres">
      <dgm:prSet presAssocID="{7BD4FAD9-AA95-40C0-A4E6-898BA5467E61}" presName="spaceRect" presStyleCnt="0"/>
      <dgm:spPr/>
    </dgm:pt>
    <dgm:pt modelId="{A6856614-5350-4174-AE09-5C9DE9463BA5}" type="pres">
      <dgm:prSet presAssocID="{7BD4FAD9-AA95-40C0-A4E6-898BA5467E61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D870EF00-EF9D-4014-B2A0-9B101A54BDF5}" srcId="{582AF451-5370-46A1-BD8A-95D466BE2165}" destId="{7BD4FAD9-AA95-40C0-A4E6-898BA5467E61}" srcOrd="3" destOrd="0" parTransId="{12810988-5B7E-427D-A3B2-53447792A5B5}" sibTransId="{AE12D7CE-A1CC-4D53-82FF-9901E5E7A83A}"/>
    <dgm:cxn modelId="{BDCCC326-878D-4675-8325-F58D60C15356}" type="presOf" srcId="{177A6CC9-240D-4290-AFAD-FED3BD3FCCE6}" destId="{C1A08691-C7DB-4025-8D61-C32C92AE8FD4}" srcOrd="0" destOrd="0" presId="urn:microsoft.com/office/officeart/2018/2/layout/IconLabelList"/>
    <dgm:cxn modelId="{676AFA62-6C9C-4324-BC80-59478241E1BB}" type="presOf" srcId="{F6166290-3FF9-4F81-9FD9-01045C3CB443}" destId="{480874D6-BA24-49B9-9878-7450970299CF}" srcOrd="0" destOrd="0" presId="urn:microsoft.com/office/officeart/2018/2/layout/IconLabelList"/>
    <dgm:cxn modelId="{18169D81-FF01-4811-B3FC-BFBB226682A6}" type="presOf" srcId="{582AF451-5370-46A1-BD8A-95D466BE2165}" destId="{A8BFCE71-C23A-4619-BFD1-6B42CC7D093B}" srcOrd="0" destOrd="0" presId="urn:microsoft.com/office/officeart/2018/2/layout/IconLabelList"/>
    <dgm:cxn modelId="{BC67A695-D8AE-4327-A85A-67E511F64A2F}" srcId="{582AF451-5370-46A1-BD8A-95D466BE2165}" destId="{F6166290-3FF9-4F81-9FD9-01045C3CB443}" srcOrd="1" destOrd="0" parTransId="{64466BA1-A5BE-470F-B864-A9EAE34CF13C}" sibTransId="{7E723DF0-99C0-4E0C-951F-D0E70F8FC001}"/>
    <dgm:cxn modelId="{BD1669DA-8DEE-4021-A730-8B08E876B790}" type="presOf" srcId="{AA4390FD-1402-42BA-BEE9-4369BF8ACB60}" destId="{9558A582-41B4-47EA-9245-355EE71E86E1}" srcOrd="0" destOrd="0" presId="urn:microsoft.com/office/officeart/2018/2/layout/IconLabelList"/>
    <dgm:cxn modelId="{1CC2FCDB-A197-41B0-B8B1-CE48CEB5AD4A}" srcId="{582AF451-5370-46A1-BD8A-95D466BE2165}" destId="{AA4390FD-1402-42BA-BEE9-4369BF8ACB60}" srcOrd="2" destOrd="0" parTransId="{A8BA1796-3BA0-4356-B26A-B6516E4C6834}" sibTransId="{11462269-B5DB-487B-AA21-E08747F6555A}"/>
    <dgm:cxn modelId="{FEE50CDF-42E8-468B-89E6-97BE805E9F9A}" srcId="{582AF451-5370-46A1-BD8A-95D466BE2165}" destId="{177A6CC9-240D-4290-AFAD-FED3BD3FCCE6}" srcOrd="0" destOrd="0" parTransId="{33F41409-9D78-4977-A80A-22460092B758}" sibTransId="{2E3A2706-A633-425B-886F-7FE7582A9292}"/>
    <dgm:cxn modelId="{0BA193F1-2E05-4532-BBDB-80FA2052BA04}" type="presOf" srcId="{7BD4FAD9-AA95-40C0-A4E6-898BA5467E61}" destId="{A6856614-5350-4174-AE09-5C9DE9463BA5}" srcOrd="0" destOrd="0" presId="urn:microsoft.com/office/officeart/2018/2/layout/IconLabelList"/>
    <dgm:cxn modelId="{BF346DF7-8F74-405C-BFA5-ADB45AB8FE1D}" type="presParOf" srcId="{A8BFCE71-C23A-4619-BFD1-6B42CC7D093B}" destId="{792BFAA5-B7B9-4082-8C7F-AE92AC991E68}" srcOrd="0" destOrd="0" presId="urn:microsoft.com/office/officeart/2018/2/layout/IconLabelList"/>
    <dgm:cxn modelId="{FE65623C-4E02-4DD2-AADD-AFF48062BB78}" type="presParOf" srcId="{792BFAA5-B7B9-4082-8C7F-AE92AC991E68}" destId="{DB811475-936A-4C94-A446-AFE933ADEE3D}" srcOrd="0" destOrd="0" presId="urn:microsoft.com/office/officeart/2018/2/layout/IconLabelList"/>
    <dgm:cxn modelId="{FFE1D572-256B-4DBD-9EF4-EE5C914453F7}" type="presParOf" srcId="{792BFAA5-B7B9-4082-8C7F-AE92AC991E68}" destId="{67B5EB33-7EC1-4A43-8A15-9DF4213A289E}" srcOrd="1" destOrd="0" presId="urn:microsoft.com/office/officeart/2018/2/layout/IconLabelList"/>
    <dgm:cxn modelId="{A8B0C09E-161B-43FE-907C-E6F4D349276F}" type="presParOf" srcId="{792BFAA5-B7B9-4082-8C7F-AE92AC991E68}" destId="{C1A08691-C7DB-4025-8D61-C32C92AE8FD4}" srcOrd="2" destOrd="0" presId="urn:microsoft.com/office/officeart/2018/2/layout/IconLabelList"/>
    <dgm:cxn modelId="{F7427B2B-1F09-4A92-B3F0-91BBFA8EB982}" type="presParOf" srcId="{A8BFCE71-C23A-4619-BFD1-6B42CC7D093B}" destId="{FC70A9D8-F4CF-4BE4-8662-44427D0EDA57}" srcOrd="1" destOrd="0" presId="urn:microsoft.com/office/officeart/2018/2/layout/IconLabelList"/>
    <dgm:cxn modelId="{C3A03B04-19E7-45D3-BE66-10C494ABE93D}" type="presParOf" srcId="{A8BFCE71-C23A-4619-BFD1-6B42CC7D093B}" destId="{D50A7ED2-A4C6-4456-83F5-20A5E1AF5727}" srcOrd="2" destOrd="0" presId="urn:microsoft.com/office/officeart/2018/2/layout/IconLabelList"/>
    <dgm:cxn modelId="{CAB6AA87-3F1A-49CE-A4C8-27B88958F343}" type="presParOf" srcId="{D50A7ED2-A4C6-4456-83F5-20A5E1AF5727}" destId="{C67E61C8-B305-4B6F-B4F9-BBFF20981F7D}" srcOrd="0" destOrd="0" presId="urn:microsoft.com/office/officeart/2018/2/layout/IconLabelList"/>
    <dgm:cxn modelId="{A1B87CD9-103E-4DB5-BC2C-A5F3F3CF398B}" type="presParOf" srcId="{D50A7ED2-A4C6-4456-83F5-20A5E1AF5727}" destId="{4056724A-3F02-4CB0-A2D6-0AA861E3808C}" srcOrd="1" destOrd="0" presId="urn:microsoft.com/office/officeart/2018/2/layout/IconLabelList"/>
    <dgm:cxn modelId="{D676BBE0-EFF7-42A3-806C-2B5A16BFE9BF}" type="presParOf" srcId="{D50A7ED2-A4C6-4456-83F5-20A5E1AF5727}" destId="{480874D6-BA24-49B9-9878-7450970299CF}" srcOrd="2" destOrd="0" presId="urn:microsoft.com/office/officeart/2018/2/layout/IconLabelList"/>
    <dgm:cxn modelId="{0E1DDFB3-F9B2-4BE6-AAAB-48DA87B5234B}" type="presParOf" srcId="{A8BFCE71-C23A-4619-BFD1-6B42CC7D093B}" destId="{E9ABC65F-ACA7-4981-9D1A-3E4CAA1BA5B8}" srcOrd="3" destOrd="0" presId="urn:microsoft.com/office/officeart/2018/2/layout/IconLabelList"/>
    <dgm:cxn modelId="{AE464CA5-A276-49B1-8D02-4381A4215D6A}" type="presParOf" srcId="{A8BFCE71-C23A-4619-BFD1-6B42CC7D093B}" destId="{F828E6ED-9130-47A9-875E-60F48BADDD8F}" srcOrd="4" destOrd="0" presId="urn:microsoft.com/office/officeart/2018/2/layout/IconLabelList"/>
    <dgm:cxn modelId="{A90A32D1-7247-417C-9846-72EEDEF21940}" type="presParOf" srcId="{F828E6ED-9130-47A9-875E-60F48BADDD8F}" destId="{80E24EB1-490D-440A-B597-C7BC734C7414}" srcOrd="0" destOrd="0" presId="urn:microsoft.com/office/officeart/2018/2/layout/IconLabelList"/>
    <dgm:cxn modelId="{8095F3B8-086A-4BE4-AFD3-1CA42922253C}" type="presParOf" srcId="{F828E6ED-9130-47A9-875E-60F48BADDD8F}" destId="{844E84FF-7091-45AD-9FA4-9CA283F5B9FF}" srcOrd="1" destOrd="0" presId="urn:microsoft.com/office/officeart/2018/2/layout/IconLabelList"/>
    <dgm:cxn modelId="{6F2C0346-EF19-4230-A9B8-FBDBF36EAC94}" type="presParOf" srcId="{F828E6ED-9130-47A9-875E-60F48BADDD8F}" destId="{9558A582-41B4-47EA-9245-355EE71E86E1}" srcOrd="2" destOrd="0" presId="urn:microsoft.com/office/officeart/2018/2/layout/IconLabelList"/>
    <dgm:cxn modelId="{AACBB2F2-98B5-4588-9B75-3C8F6FEBDEB8}" type="presParOf" srcId="{A8BFCE71-C23A-4619-BFD1-6B42CC7D093B}" destId="{E997BC9A-62B2-4360-883A-125D03581218}" srcOrd="5" destOrd="0" presId="urn:microsoft.com/office/officeart/2018/2/layout/IconLabelList"/>
    <dgm:cxn modelId="{753E6624-F9DE-4D5E-923F-12E4CE42818A}" type="presParOf" srcId="{A8BFCE71-C23A-4619-BFD1-6B42CC7D093B}" destId="{B4D049F0-7985-4D4C-9798-157DFCBF60E2}" srcOrd="6" destOrd="0" presId="urn:microsoft.com/office/officeart/2018/2/layout/IconLabelList"/>
    <dgm:cxn modelId="{8580D0B6-6F46-4B7F-B2F4-F492E2B98B3D}" type="presParOf" srcId="{B4D049F0-7985-4D4C-9798-157DFCBF60E2}" destId="{0FCA4EA9-1F57-4B90-8D50-AA4AAEADEE75}" srcOrd="0" destOrd="0" presId="urn:microsoft.com/office/officeart/2018/2/layout/IconLabelList"/>
    <dgm:cxn modelId="{72F9E846-6F44-4222-9122-7762CCD3D857}" type="presParOf" srcId="{B4D049F0-7985-4D4C-9798-157DFCBF60E2}" destId="{EBF208EB-BD45-4ADC-8D9F-E72888BE69B7}" srcOrd="1" destOrd="0" presId="urn:microsoft.com/office/officeart/2018/2/layout/IconLabelList"/>
    <dgm:cxn modelId="{4557C351-00D9-42F8-84C0-A3005C7D568B}" type="presParOf" srcId="{B4D049F0-7985-4D4C-9798-157DFCBF60E2}" destId="{A6856614-5350-4174-AE09-5C9DE9463BA5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B811475-936A-4C94-A446-AFE933ADEE3D}">
      <dsp:nvSpPr>
        <dsp:cNvPr id="0" name=""/>
        <dsp:cNvSpPr/>
      </dsp:nvSpPr>
      <dsp:spPr>
        <a:xfrm>
          <a:off x="740369" y="651654"/>
          <a:ext cx="1065807" cy="106580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1A08691-C7DB-4025-8D61-C32C92AE8FD4}">
      <dsp:nvSpPr>
        <dsp:cNvPr id="0" name=""/>
        <dsp:cNvSpPr/>
      </dsp:nvSpPr>
      <dsp:spPr>
        <a:xfrm>
          <a:off x="89042" y="2032622"/>
          <a:ext cx="236846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i="0" kern="1200"/>
            <a:t>Website design and implementation - Jahbari Dessout</a:t>
          </a:r>
          <a:endParaRPr lang="en-US" sz="1600" kern="1200"/>
        </a:p>
      </dsp:txBody>
      <dsp:txXfrm>
        <a:off x="89042" y="2032622"/>
        <a:ext cx="2368460" cy="720000"/>
      </dsp:txXfrm>
    </dsp:sp>
    <dsp:sp modelId="{C67E61C8-B305-4B6F-B4F9-BBFF20981F7D}">
      <dsp:nvSpPr>
        <dsp:cNvPr id="0" name=""/>
        <dsp:cNvSpPr/>
      </dsp:nvSpPr>
      <dsp:spPr>
        <a:xfrm>
          <a:off x="3523310" y="651654"/>
          <a:ext cx="1065807" cy="106580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80874D6-BA24-49B9-9878-7450970299CF}">
      <dsp:nvSpPr>
        <dsp:cNvPr id="0" name=""/>
        <dsp:cNvSpPr/>
      </dsp:nvSpPr>
      <dsp:spPr>
        <a:xfrm>
          <a:off x="2871984" y="2032622"/>
          <a:ext cx="236846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i="0" kern="1200"/>
            <a:t>Backend and scripting - William Ferris</a:t>
          </a:r>
          <a:endParaRPr lang="en-US" sz="1600" kern="1200"/>
        </a:p>
      </dsp:txBody>
      <dsp:txXfrm>
        <a:off x="2871984" y="2032622"/>
        <a:ext cx="2368460" cy="720000"/>
      </dsp:txXfrm>
    </dsp:sp>
    <dsp:sp modelId="{80E24EB1-490D-440A-B597-C7BC734C7414}">
      <dsp:nvSpPr>
        <dsp:cNvPr id="0" name=""/>
        <dsp:cNvSpPr/>
      </dsp:nvSpPr>
      <dsp:spPr>
        <a:xfrm>
          <a:off x="6306251" y="651654"/>
          <a:ext cx="1065807" cy="106580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558A582-41B4-47EA-9245-355EE71E86E1}">
      <dsp:nvSpPr>
        <dsp:cNvPr id="0" name=""/>
        <dsp:cNvSpPr/>
      </dsp:nvSpPr>
      <dsp:spPr>
        <a:xfrm>
          <a:off x="5654925" y="2032622"/>
          <a:ext cx="236846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i="0" kern="1200"/>
            <a:t>Project documentation - Edward Arroyo Diaz &amp; Eliexer Gomez</a:t>
          </a:r>
          <a:endParaRPr lang="en-US" sz="1600" kern="1200"/>
        </a:p>
      </dsp:txBody>
      <dsp:txXfrm>
        <a:off x="5654925" y="2032622"/>
        <a:ext cx="2368460" cy="720000"/>
      </dsp:txXfrm>
    </dsp:sp>
    <dsp:sp modelId="{0FCA4EA9-1F57-4B90-8D50-AA4AAEADEE75}">
      <dsp:nvSpPr>
        <dsp:cNvPr id="0" name=""/>
        <dsp:cNvSpPr/>
      </dsp:nvSpPr>
      <dsp:spPr>
        <a:xfrm>
          <a:off x="9089193" y="651654"/>
          <a:ext cx="1065807" cy="106580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6856614-5350-4174-AE09-5C9DE9463BA5}">
      <dsp:nvSpPr>
        <dsp:cNvPr id="0" name=""/>
        <dsp:cNvSpPr/>
      </dsp:nvSpPr>
      <dsp:spPr>
        <a:xfrm>
          <a:off x="8437866" y="2032622"/>
          <a:ext cx="236846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i="0" kern="1200"/>
            <a:t>Github repository management - Jahbari Dessout</a:t>
          </a:r>
          <a:endParaRPr lang="en-US" sz="1600" kern="1200"/>
        </a:p>
      </dsp:txBody>
      <dsp:txXfrm>
        <a:off x="8437866" y="2032622"/>
        <a:ext cx="2368460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#17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9FA483-272B-4955-898B-96C5385F1728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15E3AF-7361-4E17-9854-AB5790B0D6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84953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9FA483-272B-4955-898B-96C5385F1728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15E3AF-7361-4E17-9854-AB5790B0D6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69599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9FA483-272B-4955-898B-96C5385F1728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15E3AF-7361-4E17-9854-AB5790B0D6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42009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9FA483-272B-4955-898B-96C5385F1728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15E3AF-7361-4E17-9854-AB5790B0D6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2560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9FA483-272B-4955-898B-96C5385F1728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15E3AF-7361-4E17-9854-AB5790B0D6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08018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9FA483-272B-4955-898B-96C5385F1728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15E3AF-7361-4E17-9854-AB5790B0D6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40652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9FA483-272B-4955-898B-96C5385F1728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15E3AF-7361-4E17-9854-AB5790B0D6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03577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9FA483-272B-4955-898B-96C5385F1728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15E3AF-7361-4E17-9854-AB5790B0D6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38911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9FA483-272B-4955-898B-96C5385F1728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15E3AF-7361-4E17-9854-AB5790B0D6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80020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9FA483-272B-4955-898B-96C5385F1728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15E3AF-7361-4E17-9854-AB5790B0D6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87867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9FA483-272B-4955-898B-96C5385F1728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15E3AF-7361-4E17-9854-AB5790B0D6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100932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9FA483-272B-4955-898B-96C5385F1728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15E3AF-7361-4E17-9854-AB5790B0D6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62021951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9FA483-272B-4955-898B-96C5385F1728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15E3AF-7361-4E17-9854-AB5790B0D6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107238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9FA483-272B-4955-898B-96C5385F1728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15E3AF-7361-4E17-9854-AB5790B0D6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407024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9FA483-272B-4955-898B-96C5385F1728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15E3AF-7361-4E17-9854-AB5790B0D6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081217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9FA483-272B-4955-898B-96C5385F1728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15E3AF-7361-4E17-9854-AB5790B0D6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352668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9FA483-272B-4955-898B-96C5385F1728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15E3AF-7361-4E17-9854-AB5790B0D6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9332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8C9FA483-272B-4955-898B-96C5385F1728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15E3AF-7361-4E17-9854-AB5790B0D6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412237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60" r:id="rId1"/>
    <p:sldLayoutId id="2147483761" r:id="rId2"/>
    <p:sldLayoutId id="2147483762" r:id="rId3"/>
    <p:sldLayoutId id="2147483763" r:id="rId4"/>
    <p:sldLayoutId id="2147483764" r:id="rId5"/>
    <p:sldLayoutId id="2147483765" r:id="rId6"/>
    <p:sldLayoutId id="2147483766" r:id="rId7"/>
    <p:sldLayoutId id="2147483767" r:id="rId8"/>
    <p:sldLayoutId id="2147483768" r:id="rId9"/>
    <p:sldLayoutId id="2147483769" r:id="rId10"/>
    <p:sldLayoutId id="2147483770" r:id="rId11"/>
    <p:sldLayoutId id="2147483771" r:id="rId12"/>
    <p:sldLayoutId id="2147483772" r:id="rId13"/>
    <p:sldLayoutId id="2147483773" r:id="rId14"/>
    <p:sldLayoutId id="2147483774" r:id="rId15"/>
    <p:sldLayoutId id="2147483775" r:id="rId16"/>
    <p:sldLayoutId id="2147483776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4.png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1.jpeg"/><Relationship Id="rId9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2.png"/><Relationship Id="rId7" Type="http://schemas.openxmlformats.org/officeDocument/2006/relationships/image" Target="../media/image10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03110E-EC8C-80A9-1CF3-F833B4D2D82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Visual Presentation #3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95F492B-72C3-0CC1-268D-77DD8CF168C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By: Edward Arroyo, Jahbari Dessout, William Ferris, and Eliexer Gomez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16264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B4AAD3FD-83A5-4B89-9F8F-01B8870865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92A1116-1C84-41DF-B803-1F7B0883EC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42448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6E7411-A219-2088-3D80-8F684475C9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8931" y="2438400"/>
            <a:ext cx="4166509" cy="3785419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EBEBEB"/>
                </a:solidFill>
              </a:rPr>
              <a:t>The business we are consulting for is the nonprofit organization Gen Fitness.</a:t>
            </a:r>
          </a:p>
          <a:p>
            <a:endParaRPr lang="en-US" dirty="0">
              <a:solidFill>
                <a:srgbClr val="EBEBEB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AC328EB-0419-FD58-5CDF-FE16C8C458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931" y="629266"/>
            <a:ext cx="4166510" cy="1622321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EBEBEB"/>
                </a:solidFill>
              </a:rPr>
              <a:t>Gen Fitness</a:t>
            </a:r>
          </a:p>
        </p:txBody>
      </p:sp>
      <p:sp>
        <p:nvSpPr>
          <p:cNvPr id="12" name="Freeform 31">
            <a:extLst>
              <a:ext uri="{FF2B5EF4-FFF2-40B4-BE49-F238E27FC236}">
                <a16:creationId xmlns:a16="http://schemas.microsoft.com/office/drawing/2014/main" id="{61752F1D-FC0F-4103-9584-630E643CCD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94020" y="-1"/>
            <a:ext cx="559472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4" name="Freeform: Shape 13">
            <a:extLst>
              <a:ext uri="{FF2B5EF4-FFF2-40B4-BE49-F238E27FC236}">
                <a16:creationId xmlns:a16="http://schemas.microsoft.com/office/drawing/2014/main" id="{70151CB7-E7DE-4917-B831-01DF9CE013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6200000">
            <a:off x="5270819" y="-63600"/>
            <a:ext cx="6858001" cy="6985200"/>
          </a:xfrm>
          <a:custGeom>
            <a:avLst/>
            <a:gdLst>
              <a:gd name="connsiteX0" fmla="*/ 6858001 w 6858001"/>
              <a:gd name="connsiteY0" fmla="*/ 1177 h 6985200"/>
              <a:gd name="connsiteX1" fmla="*/ 6858001 w 6858001"/>
              <a:gd name="connsiteY1" fmla="*/ 1344715 h 6985200"/>
              <a:gd name="connsiteX2" fmla="*/ 6858000 w 6858001"/>
              <a:gd name="connsiteY2" fmla="*/ 1344715 h 6985200"/>
              <a:gd name="connsiteX3" fmla="*/ 6858000 w 6858001"/>
              <a:gd name="connsiteY3" fmla="*/ 6985200 h 6985200"/>
              <a:gd name="connsiteX4" fmla="*/ 0 w 6858001"/>
              <a:gd name="connsiteY4" fmla="*/ 6985199 h 6985200"/>
              <a:gd name="connsiteX5" fmla="*/ 0 w 6858001"/>
              <a:gd name="connsiteY5" fmla="*/ 886772 h 6985200"/>
              <a:gd name="connsiteX6" fmla="*/ 1 w 6858001"/>
              <a:gd name="connsiteY6" fmla="*/ 886772 h 6985200"/>
              <a:gd name="connsiteX7" fmla="*/ 1 w 6858001"/>
              <a:gd name="connsiteY7" fmla="*/ 0 h 6985200"/>
              <a:gd name="connsiteX8" fmla="*/ 40463 w 6858001"/>
              <a:gd name="connsiteY8" fmla="*/ 5883 h 6985200"/>
              <a:gd name="connsiteX9" fmla="*/ 159107 w 6858001"/>
              <a:gd name="connsiteY9" fmla="*/ 23196 h 6985200"/>
              <a:gd name="connsiteX10" fmla="*/ 245518 w 6858001"/>
              <a:gd name="connsiteY10" fmla="*/ 35299 h 6985200"/>
              <a:gd name="connsiteX11" fmla="*/ 348388 w 6858001"/>
              <a:gd name="connsiteY11" fmla="*/ 48073 h 6985200"/>
              <a:gd name="connsiteX12" fmla="*/ 470460 w 6858001"/>
              <a:gd name="connsiteY12" fmla="*/ 63369 h 6985200"/>
              <a:gd name="connsiteX13" fmla="*/ 605563 w 6858001"/>
              <a:gd name="connsiteY13" fmla="*/ 79506 h 6985200"/>
              <a:gd name="connsiteX14" fmla="*/ 757810 w 6858001"/>
              <a:gd name="connsiteY14" fmla="*/ 96483 h 6985200"/>
              <a:gd name="connsiteX15" fmla="*/ 923774 w 6858001"/>
              <a:gd name="connsiteY15" fmla="*/ 114469 h 6985200"/>
              <a:gd name="connsiteX16" fmla="*/ 1104139 w 6858001"/>
              <a:gd name="connsiteY16" fmla="*/ 132454 h 6985200"/>
              <a:gd name="connsiteX17" fmla="*/ 1296163 w 6858001"/>
              <a:gd name="connsiteY17" fmla="*/ 150776 h 6985200"/>
              <a:gd name="connsiteX18" fmla="*/ 1503275 w 6858001"/>
              <a:gd name="connsiteY18" fmla="*/ 167753 h 6985200"/>
              <a:gd name="connsiteX19" fmla="*/ 1719988 w 6858001"/>
              <a:gd name="connsiteY19" fmla="*/ 184058 h 6985200"/>
              <a:gd name="connsiteX20" fmla="*/ 1949045 w 6858001"/>
              <a:gd name="connsiteY20" fmla="*/ 198849 h 6985200"/>
              <a:gd name="connsiteX21" fmla="*/ 2187703 w 6858001"/>
              <a:gd name="connsiteY21" fmla="*/ 212969 h 6985200"/>
              <a:gd name="connsiteX22" fmla="*/ 2436649 w 6858001"/>
              <a:gd name="connsiteY22" fmla="*/ 226248 h 6985200"/>
              <a:gd name="connsiteX23" fmla="*/ 2564208 w 6858001"/>
              <a:gd name="connsiteY23" fmla="*/ 230955 h 6985200"/>
              <a:gd name="connsiteX24" fmla="*/ 2694509 w 6858001"/>
              <a:gd name="connsiteY24" fmla="*/ 236165 h 6985200"/>
              <a:gd name="connsiteX25" fmla="*/ 2826869 w 6858001"/>
              <a:gd name="connsiteY25" fmla="*/ 241040 h 6985200"/>
              <a:gd name="connsiteX26" fmla="*/ 2959914 w 6858001"/>
              <a:gd name="connsiteY26" fmla="*/ 244234 h 6985200"/>
              <a:gd name="connsiteX27" fmla="*/ 3095702 w 6858001"/>
              <a:gd name="connsiteY27" fmla="*/ 247091 h 6985200"/>
              <a:gd name="connsiteX28" fmla="*/ 3232862 w 6858001"/>
              <a:gd name="connsiteY28" fmla="*/ 250117 h 6985200"/>
              <a:gd name="connsiteX29" fmla="*/ 3372766 w 6858001"/>
              <a:gd name="connsiteY29" fmla="*/ 252134 h 6985200"/>
              <a:gd name="connsiteX30" fmla="*/ 3514040 w 6858001"/>
              <a:gd name="connsiteY30" fmla="*/ 252134 h 6985200"/>
              <a:gd name="connsiteX31" fmla="*/ 3656686 w 6858001"/>
              <a:gd name="connsiteY31" fmla="*/ 253142 h 6985200"/>
              <a:gd name="connsiteX32" fmla="*/ 3800705 w 6858001"/>
              <a:gd name="connsiteY32" fmla="*/ 252134 h 6985200"/>
              <a:gd name="connsiteX33" fmla="*/ 3946780 w 6858001"/>
              <a:gd name="connsiteY33" fmla="*/ 250117 h 6985200"/>
              <a:gd name="connsiteX34" fmla="*/ 4092856 w 6858001"/>
              <a:gd name="connsiteY34" fmla="*/ 248268 h 6985200"/>
              <a:gd name="connsiteX35" fmla="*/ 4240988 w 6858001"/>
              <a:gd name="connsiteY35" fmla="*/ 244234 h 6985200"/>
              <a:gd name="connsiteX36" fmla="*/ 4390492 w 6858001"/>
              <a:gd name="connsiteY36" fmla="*/ 240032 h 6985200"/>
              <a:gd name="connsiteX37" fmla="*/ 4539997 w 6858001"/>
              <a:gd name="connsiteY37" fmla="*/ 235157 h 6985200"/>
              <a:gd name="connsiteX38" fmla="*/ 4690873 w 6858001"/>
              <a:gd name="connsiteY38" fmla="*/ 228266 h 6985200"/>
              <a:gd name="connsiteX39" fmla="*/ 4843120 w 6858001"/>
              <a:gd name="connsiteY39" fmla="*/ 220029 h 6985200"/>
              <a:gd name="connsiteX40" fmla="*/ 4996054 w 6858001"/>
              <a:gd name="connsiteY40" fmla="*/ 212129 h 6985200"/>
              <a:gd name="connsiteX41" fmla="*/ 5148987 w 6858001"/>
              <a:gd name="connsiteY41" fmla="*/ 202044 h 6985200"/>
              <a:gd name="connsiteX42" fmla="*/ 5303978 w 6858001"/>
              <a:gd name="connsiteY42" fmla="*/ 189941 h 6985200"/>
              <a:gd name="connsiteX43" fmla="*/ 5456911 w 6858001"/>
              <a:gd name="connsiteY43" fmla="*/ 177839 h 6985200"/>
              <a:gd name="connsiteX44" fmla="*/ 5612588 w 6858001"/>
              <a:gd name="connsiteY44" fmla="*/ 163887 h 6985200"/>
              <a:gd name="connsiteX45" fmla="*/ 5768950 w 6858001"/>
              <a:gd name="connsiteY45" fmla="*/ 148591 h 6985200"/>
              <a:gd name="connsiteX46" fmla="*/ 5923255 w 6858001"/>
              <a:gd name="connsiteY46" fmla="*/ 132455 h 6985200"/>
              <a:gd name="connsiteX47" fmla="*/ 6079618 w 6858001"/>
              <a:gd name="connsiteY47" fmla="*/ 113629 h 6985200"/>
              <a:gd name="connsiteX48" fmla="*/ 6235294 w 6858001"/>
              <a:gd name="connsiteY48" fmla="*/ 93458 h 6985200"/>
              <a:gd name="connsiteX49" fmla="*/ 6391657 w 6858001"/>
              <a:gd name="connsiteY49" fmla="*/ 73455 h 6985200"/>
              <a:gd name="connsiteX50" fmla="*/ 6547333 w 6858001"/>
              <a:gd name="connsiteY50" fmla="*/ 50091 h 6985200"/>
              <a:gd name="connsiteX51" fmla="*/ 6702324 w 6858001"/>
              <a:gd name="connsiteY51" fmla="*/ 26222 h 6985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6858001" h="6985200">
                <a:moveTo>
                  <a:pt x="6858001" y="1177"/>
                </a:moveTo>
                <a:lnTo>
                  <a:pt x="6858001" y="1344715"/>
                </a:lnTo>
                <a:lnTo>
                  <a:pt x="6858000" y="1344715"/>
                </a:lnTo>
                <a:lnTo>
                  <a:pt x="6858000" y="6985200"/>
                </a:lnTo>
                <a:lnTo>
                  <a:pt x="0" y="6985199"/>
                </a:lnTo>
                <a:lnTo>
                  <a:pt x="0" y="886772"/>
                </a:lnTo>
                <a:lnTo>
                  <a:pt x="1" y="886772"/>
                </a:lnTo>
                <a:lnTo>
                  <a:pt x="1" y="0"/>
                </a:lnTo>
                <a:lnTo>
                  <a:pt x="40463" y="5883"/>
                </a:lnTo>
                <a:lnTo>
                  <a:pt x="159107" y="23196"/>
                </a:lnTo>
                <a:lnTo>
                  <a:pt x="245518" y="35299"/>
                </a:lnTo>
                <a:lnTo>
                  <a:pt x="348388" y="48073"/>
                </a:lnTo>
                <a:lnTo>
                  <a:pt x="470460" y="63369"/>
                </a:lnTo>
                <a:lnTo>
                  <a:pt x="605563" y="79506"/>
                </a:lnTo>
                <a:lnTo>
                  <a:pt x="757810" y="96483"/>
                </a:lnTo>
                <a:lnTo>
                  <a:pt x="923774" y="114469"/>
                </a:lnTo>
                <a:lnTo>
                  <a:pt x="1104139" y="132454"/>
                </a:lnTo>
                <a:lnTo>
                  <a:pt x="1296163" y="150776"/>
                </a:lnTo>
                <a:lnTo>
                  <a:pt x="1503275" y="167753"/>
                </a:lnTo>
                <a:lnTo>
                  <a:pt x="1719988" y="184058"/>
                </a:lnTo>
                <a:lnTo>
                  <a:pt x="1949045" y="198849"/>
                </a:lnTo>
                <a:lnTo>
                  <a:pt x="2187703" y="212969"/>
                </a:lnTo>
                <a:lnTo>
                  <a:pt x="2436649" y="226248"/>
                </a:lnTo>
                <a:lnTo>
                  <a:pt x="2564208" y="230955"/>
                </a:lnTo>
                <a:lnTo>
                  <a:pt x="2694509" y="236165"/>
                </a:lnTo>
                <a:lnTo>
                  <a:pt x="2826869" y="241040"/>
                </a:lnTo>
                <a:lnTo>
                  <a:pt x="2959914" y="244234"/>
                </a:lnTo>
                <a:lnTo>
                  <a:pt x="3095702" y="247091"/>
                </a:lnTo>
                <a:lnTo>
                  <a:pt x="3232862" y="250117"/>
                </a:lnTo>
                <a:lnTo>
                  <a:pt x="3372766" y="252134"/>
                </a:lnTo>
                <a:lnTo>
                  <a:pt x="3514040" y="252134"/>
                </a:lnTo>
                <a:lnTo>
                  <a:pt x="3656686" y="253142"/>
                </a:lnTo>
                <a:lnTo>
                  <a:pt x="3800705" y="252134"/>
                </a:lnTo>
                <a:lnTo>
                  <a:pt x="3946780" y="250117"/>
                </a:lnTo>
                <a:lnTo>
                  <a:pt x="4092856" y="248268"/>
                </a:lnTo>
                <a:lnTo>
                  <a:pt x="4240988" y="244234"/>
                </a:lnTo>
                <a:lnTo>
                  <a:pt x="4390492" y="240032"/>
                </a:lnTo>
                <a:lnTo>
                  <a:pt x="4539997" y="235157"/>
                </a:lnTo>
                <a:lnTo>
                  <a:pt x="4690873" y="228266"/>
                </a:lnTo>
                <a:lnTo>
                  <a:pt x="4843120" y="220029"/>
                </a:lnTo>
                <a:lnTo>
                  <a:pt x="4996054" y="212129"/>
                </a:lnTo>
                <a:lnTo>
                  <a:pt x="5148987" y="202044"/>
                </a:lnTo>
                <a:lnTo>
                  <a:pt x="5303978" y="189941"/>
                </a:lnTo>
                <a:lnTo>
                  <a:pt x="5456911" y="177839"/>
                </a:lnTo>
                <a:lnTo>
                  <a:pt x="5612588" y="163887"/>
                </a:lnTo>
                <a:lnTo>
                  <a:pt x="5768950" y="148591"/>
                </a:lnTo>
                <a:lnTo>
                  <a:pt x="5923255" y="132455"/>
                </a:lnTo>
                <a:lnTo>
                  <a:pt x="6079618" y="113629"/>
                </a:lnTo>
                <a:lnTo>
                  <a:pt x="6235294" y="93458"/>
                </a:lnTo>
                <a:lnTo>
                  <a:pt x="6391657" y="73455"/>
                </a:lnTo>
                <a:lnTo>
                  <a:pt x="6547333" y="50091"/>
                </a:lnTo>
                <a:lnTo>
                  <a:pt x="6702324" y="26222"/>
                </a:lnTo>
                <a:close/>
              </a:path>
            </a:pathLst>
          </a:custGeom>
          <a:ln>
            <a:noFill/>
          </a:ln>
        </p:spPr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6DC9A48-5FA0-CC06-3269-1D9EC91685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1645" y="904079"/>
            <a:ext cx="5449889" cy="5449889"/>
          </a:xfrm>
          <a:prstGeom prst="rect">
            <a:avLst/>
          </a:prstGeom>
          <a:effectLst/>
        </p:spPr>
      </p:pic>
    </p:spTree>
    <p:extLst>
      <p:ext uri="{BB962C8B-B14F-4D97-AF65-F5344CB8AC3E}">
        <p14:creationId xmlns:p14="http://schemas.microsoft.com/office/powerpoint/2010/main" val="131519082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" name="Picture 42">
            <a:extLst>
              <a:ext uri="{FF2B5EF4-FFF2-40B4-BE49-F238E27FC236}">
                <a16:creationId xmlns:a16="http://schemas.microsoft.com/office/drawing/2014/main" id="{41B68C77-138E-4BF7-A276-BD0C78A421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45" name="Picture 44">
            <a:extLst>
              <a:ext uri="{FF2B5EF4-FFF2-40B4-BE49-F238E27FC236}">
                <a16:creationId xmlns:a16="http://schemas.microsoft.com/office/drawing/2014/main" id="{7C268552-D473-46ED-B1B8-422042C4DE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47" name="Oval 46">
            <a:extLst>
              <a:ext uri="{FF2B5EF4-FFF2-40B4-BE49-F238E27FC236}">
                <a16:creationId xmlns:a16="http://schemas.microsoft.com/office/drawing/2014/main" id="{4AC0CD9D-7610-4620-93B4-798CCD9AB5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49" name="Picture 48">
            <a:extLst>
              <a:ext uri="{FF2B5EF4-FFF2-40B4-BE49-F238E27FC236}">
                <a16:creationId xmlns:a16="http://schemas.microsoft.com/office/drawing/2014/main" id="{B9238B3E-24AA-439A-B527-6C5DF6D721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51" name="Picture 50">
            <a:extLst>
              <a:ext uri="{FF2B5EF4-FFF2-40B4-BE49-F238E27FC236}">
                <a16:creationId xmlns:a16="http://schemas.microsoft.com/office/drawing/2014/main" id="{69F01145-BEA3-4CBF-AA21-10077B948C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53" name="Rectangle 52">
            <a:extLst>
              <a:ext uri="{FF2B5EF4-FFF2-40B4-BE49-F238E27FC236}">
                <a16:creationId xmlns:a16="http://schemas.microsoft.com/office/drawing/2014/main" id="{DE4D62F9-188E-4530-84C2-24BDEE4BEB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757B325C-3E35-45CF-9D07-3BCB281F3B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A6619B2-D57F-06F3-CA83-A299CC9F57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91925" y="1325880"/>
            <a:ext cx="3352375" cy="3066507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400" b="0" i="0" kern="1200">
                <a:solidFill>
                  <a:srgbClr val="EBEBEB"/>
                </a:solidFill>
                <a:latin typeface="+mj-lt"/>
                <a:ea typeface="+mj-ea"/>
                <a:cs typeface="+mj-cs"/>
              </a:rPr>
              <a:t>Home Page</a:t>
            </a:r>
          </a:p>
        </p:txBody>
      </p:sp>
      <p:sp>
        <p:nvSpPr>
          <p:cNvPr id="57" name="Freeform 36">
            <a:extLst>
              <a:ext uri="{FF2B5EF4-FFF2-40B4-BE49-F238E27FC236}">
                <a16:creationId xmlns:a16="http://schemas.microsoft.com/office/drawing/2014/main" id="{C24BEC42-AFF3-40D1-93A2-A27A42E1E2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463681" y="-1"/>
            <a:ext cx="559472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59" name="Freeform: Shape 58">
            <a:extLst>
              <a:ext uri="{FF2B5EF4-FFF2-40B4-BE49-F238E27FC236}">
                <a16:creationId xmlns:a16="http://schemas.microsoft.com/office/drawing/2014/main" id="{608F427C-1EC9-4280-9367-F2B3AA063E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7809954" cy="6858000"/>
          </a:xfrm>
          <a:custGeom>
            <a:avLst/>
            <a:gdLst>
              <a:gd name="connsiteX0" fmla="*/ 6465239 w 7809954"/>
              <a:gd name="connsiteY0" fmla="*/ 0 h 6858000"/>
              <a:gd name="connsiteX1" fmla="*/ 7808777 w 7809954"/>
              <a:gd name="connsiteY1" fmla="*/ 0 h 6858000"/>
              <a:gd name="connsiteX2" fmla="*/ 7783732 w 7809954"/>
              <a:gd name="connsiteY2" fmla="*/ 155676 h 6858000"/>
              <a:gd name="connsiteX3" fmla="*/ 7759863 w 7809954"/>
              <a:gd name="connsiteY3" fmla="*/ 310667 h 6858000"/>
              <a:gd name="connsiteX4" fmla="*/ 7736499 w 7809954"/>
              <a:gd name="connsiteY4" fmla="*/ 466344 h 6858000"/>
              <a:gd name="connsiteX5" fmla="*/ 7716496 w 7809954"/>
              <a:gd name="connsiteY5" fmla="*/ 622706 h 6858000"/>
              <a:gd name="connsiteX6" fmla="*/ 7696325 w 7809954"/>
              <a:gd name="connsiteY6" fmla="*/ 778383 h 6858000"/>
              <a:gd name="connsiteX7" fmla="*/ 7677499 w 7809954"/>
              <a:gd name="connsiteY7" fmla="*/ 934745 h 6858000"/>
              <a:gd name="connsiteX8" fmla="*/ 7661363 w 7809954"/>
              <a:gd name="connsiteY8" fmla="*/ 1089050 h 6858000"/>
              <a:gd name="connsiteX9" fmla="*/ 7646067 w 7809954"/>
              <a:gd name="connsiteY9" fmla="*/ 1245413 h 6858000"/>
              <a:gd name="connsiteX10" fmla="*/ 7632115 w 7809954"/>
              <a:gd name="connsiteY10" fmla="*/ 1401089 h 6858000"/>
              <a:gd name="connsiteX11" fmla="*/ 7620013 w 7809954"/>
              <a:gd name="connsiteY11" fmla="*/ 1554023 h 6858000"/>
              <a:gd name="connsiteX12" fmla="*/ 7607910 w 7809954"/>
              <a:gd name="connsiteY12" fmla="*/ 1709013 h 6858000"/>
              <a:gd name="connsiteX13" fmla="*/ 7597825 w 7809954"/>
              <a:gd name="connsiteY13" fmla="*/ 1861947 h 6858000"/>
              <a:gd name="connsiteX14" fmla="*/ 7589925 w 7809954"/>
              <a:gd name="connsiteY14" fmla="*/ 2014880 h 6858000"/>
              <a:gd name="connsiteX15" fmla="*/ 7581688 w 7809954"/>
              <a:gd name="connsiteY15" fmla="*/ 2167128 h 6858000"/>
              <a:gd name="connsiteX16" fmla="*/ 7574797 w 7809954"/>
              <a:gd name="connsiteY16" fmla="*/ 2318004 h 6858000"/>
              <a:gd name="connsiteX17" fmla="*/ 7569922 w 7809954"/>
              <a:gd name="connsiteY17" fmla="*/ 2467508 h 6858000"/>
              <a:gd name="connsiteX18" fmla="*/ 7565720 w 7809954"/>
              <a:gd name="connsiteY18" fmla="*/ 2617013 h 6858000"/>
              <a:gd name="connsiteX19" fmla="*/ 7561686 w 7809954"/>
              <a:gd name="connsiteY19" fmla="*/ 2765145 h 6858000"/>
              <a:gd name="connsiteX20" fmla="*/ 7559837 w 7809954"/>
              <a:gd name="connsiteY20" fmla="*/ 2911221 h 6858000"/>
              <a:gd name="connsiteX21" fmla="*/ 7557820 w 7809954"/>
              <a:gd name="connsiteY21" fmla="*/ 3057296 h 6858000"/>
              <a:gd name="connsiteX22" fmla="*/ 7556811 w 7809954"/>
              <a:gd name="connsiteY22" fmla="*/ 3201314 h 6858000"/>
              <a:gd name="connsiteX23" fmla="*/ 7557820 w 7809954"/>
              <a:gd name="connsiteY23" fmla="*/ 3343960 h 6858000"/>
              <a:gd name="connsiteX24" fmla="*/ 7557820 w 7809954"/>
              <a:gd name="connsiteY24" fmla="*/ 3485235 h 6858000"/>
              <a:gd name="connsiteX25" fmla="*/ 7559837 w 7809954"/>
              <a:gd name="connsiteY25" fmla="*/ 3625138 h 6858000"/>
              <a:gd name="connsiteX26" fmla="*/ 7562862 w 7809954"/>
              <a:gd name="connsiteY26" fmla="*/ 3762298 h 6858000"/>
              <a:gd name="connsiteX27" fmla="*/ 7565720 w 7809954"/>
              <a:gd name="connsiteY27" fmla="*/ 3898087 h 6858000"/>
              <a:gd name="connsiteX28" fmla="*/ 7568914 w 7809954"/>
              <a:gd name="connsiteY28" fmla="*/ 4031132 h 6858000"/>
              <a:gd name="connsiteX29" fmla="*/ 7573788 w 7809954"/>
              <a:gd name="connsiteY29" fmla="*/ 4163491 h 6858000"/>
              <a:gd name="connsiteX30" fmla="*/ 7578999 w 7809954"/>
              <a:gd name="connsiteY30" fmla="*/ 4293793 h 6858000"/>
              <a:gd name="connsiteX31" fmla="*/ 7583705 w 7809954"/>
              <a:gd name="connsiteY31" fmla="*/ 4421352 h 6858000"/>
              <a:gd name="connsiteX32" fmla="*/ 7596985 w 7809954"/>
              <a:gd name="connsiteY32" fmla="*/ 4670298 h 6858000"/>
              <a:gd name="connsiteX33" fmla="*/ 7611104 w 7809954"/>
              <a:gd name="connsiteY33" fmla="*/ 4908956 h 6858000"/>
              <a:gd name="connsiteX34" fmla="*/ 7625896 w 7809954"/>
              <a:gd name="connsiteY34" fmla="*/ 5138013 h 6858000"/>
              <a:gd name="connsiteX35" fmla="*/ 7642201 w 7809954"/>
              <a:gd name="connsiteY35" fmla="*/ 5354726 h 6858000"/>
              <a:gd name="connsiteX36" fmla="*/ 7659178 w 7809954"/>
              <a:gd name="connsiteY36" fmla="*/ 5561838 h 6858000"/>
              <a:gd name="connsiteX37" fmla="*/ 7677499 w 7809954"/>
              <a:gd name="connsiteY37" fmla="*/ 5753862 h 6858000"/>
              <a:gd name="connsiteX38" fmla="*/ 7695485 w 7809954"/>
              <a:gd name="connsiteY38" fmla="*/ 5934227 h 6858000"/>
              <a:gd name="connsiteX39" fmla="*/ 7713470 w 7809954"/>
              <a:gd name="connsiteY39" fmla="*/ 6100191 h 6858000"/>
              <a:gd name="connsiteX40" fmla="*/ 7730447 w 7809954"/>
              <a:gd name="connsiteY40" fmla="*/ 6252438 h 6858000"/>
              <a:gd name="connsiteX41" fmla="*/ 7746584 w 7809954"/>
              <a:gd name="connsiteY41" fmla="*/ 6387541 h 6858000"/>
              <a:gd name="connsiteX42" fmla="*/ 7761880 w 7809954"/>
              <a:gd name="connsiteY42" fmla="*/ 6509613 h 6858000"/>
              <a:gd name="connsiteX43" fmla="*/ 7774655 w 7809954"/>
              <a:gd name="connsiteY43" fmla="*/ 6612483 h 6858000"/>
              <a:gd name="connsiteX44" fmla="*/ 7786757 w 7809954"/>
              <a:gd name="connsiteY44" fmla="*/ 6698894 h 6858000"/>
              <a:gd name="connsiteX45" fmla="*/ 7804071 w 7809954"/>
              <a:gd name="connsiteY45" fmla="*/ 6817538 h 6858000"/>
              <a:gd name="connsiteX46" fmla="*/ 7809954 w 7809954"/>
              <a:gd name="connsiteY46" fmla="*/ 6858000 h 6858000"/>
              <a:gd name="connsiteX47" fmla="*/ 7157124 w 7809954"/>
              <a:gd name="connsiteY47" fmla="*/ 6858000 h 6858000"/>
              <a:gd name="connsiteX48" fmla="*/ 7157124 w 7809954"/>
              <a:gd name="connsiteY48" fmla="*/ 6858000 h 6858000"/>
              <a:gd name="connsiteX49" fmla="*/ 0 w 7809954"/>
              <a:gd name="connsiteY49" fmla="*/ 6858000 h 6858000"/>
              <a:gd name="connsiteX50" fmla="*/ 0 w 7809954"/>
              <a:gd name="connsiteY50" fmla="*/ 0 h 6858000"/>
              <a:gd name="connsiteX51" fmla="*/ 6465239 w 7809954"/>
              <a:gd name="connsiteY51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7809954" h="6858000">
                <a:moveTo>
                  <a:pt x="6465239" y="0"/>
                </a:moveTo>
                <a:lnTo>
                  <a:pt x="7808777" y="0"/>
                </a:lnTo>
                <a:lnTo>
                  <a:pt x="7783732" y="155676"/>
                </a:lnTo>
                <a:lnTo>
                  <a:pt x="7759863" y="310667"/>
                </a:lnTo>
                <a:lnTo>
                  <a:pt x="7736499" y="466344"/>
                </a:lnTo>
                <a:lnTo>
                  <a:pt x="7716496" y="622706"/>
                </a:lnTo>
                <a:lnTo>
                  <a:pt x="7696325" y="778383"/>
                </a:lnTo>
                <a:lnTo>
                  <a:pt x="7677499" y="934745"/>
                </a:lnTo>
                <a:lnTo>
                  <a:pt x="7661363" y="1089050"/>
                </a:lnTo>
                <a:lnTo>
                  <a:pt x="7646067" y="1245413"/>
                </a:lnTo>
                <a:lnTo>
                  <a:pt x="7632115" y="1401089"/>
                </a:lnTo>
                <a:lnTo>
                  <a:pt x="7620013" y="1554023"/>
                </a:lnTo>
                <a:lnTo>
                  <a:pt x="7607910" y="1709013"/>
                </a:lnTo>
                <a:lnTo>
                  <a:pt x="7597825" y="1861947"/>
                </a:lnTo>
                <a:lnTo>
                  <a:pt x="7589925" y="2014880"/>
                </a:lnTo>
                <a:lnTo>
                  <a:pt x="7581688" y="2167128"/>
                </a:lnTo>
                <a:lnTo>
                  <a:pt x="7574797" y="2318004"/>
                </a:lnTo>
                <a:lnTo>
                  <a:pt x="7569922" y="2467508"/>
                </a:lnTo>
                <a:lnTo>
                  <a:pt x="7565720" y="2617013"/>
                </a:lnTo>
                <a:lnTo>
                  <a:pt x="7561686" y="2765145"/>
                </a:lnTo>
                <a:lnTo>
                  <a:pt x="7559837" y="2911221"/>
                </a:lnTo>
                <a:lnTo>
                  <a:pt x="7557820" y="3057296"/>
                </a:lnTo>
                <a:lnTo>
                  <a:pt x="7556811" y="3201314"/>
                </a:lnTo>
                <a:lnTo>
                  <a:pt x="7557820" y="3343960"/>
                </a:lnTo>
                <a:lnTo>
                  <a:pt x="7557820" y="3485235"/>
                </a:lnTo>
                <a:lnTo>
                  <a:pt x="7559837" y="3625138"/>
                </a:lnTo>
                <a:lnTo>
                  <a:pt x="7562862" y="3762298"/>
                </a:lnTo>
                <a:lnTo>
                  <a:pt x="7565720" y="3898087"/>
                </a:lnTo>
                <a:lnTo>
                  <a:pt x="7568914" y="4031132"/>
                </a:lnTo>
                <a:lnTo>
                  <a:pt x="7573788" y="4163491"/>
                </a:lnTo>
                <a:lnTo>
                  <a:pt x="7578999" y="4293793"/>
                </a:lnTo>
                <a:lnTo>
                  <a:pt x="7583705" y="4421352"/>
                </a:lnTo>
                <a:lnTo>
                  <a:pt x="7596985" y="4670298"/>
                </a:lnTo>
                <a:lnTo>
                  <a:pt x="7611104" y="4908956"/>
                </a:lnTo>
                <a:lnTo>
                  <a:pt x="7625896" y="5138013"/>
                </a:lnTo>
                <a:lnTo>
                  <a:pt x="7642201" y="5354726"/>
                </a:lnTo>
                <a:lnTo>
                  <a:pt x="7659178" y="5561838"/>
                </a:lnTo>
                <a:lnTo>
                  <a:pt x="7677499" y="5753862"/>
                </a:lnTo>
                <a:lnTo>
                  <a:pt x="7695485" y="5934227"/>
                </a:lnTo>
                <a:lnTo>
                  <a:pt x="7713470" y="6100191"/>
                </a:lnTo>
                <a:lnTo>
                  <a:pt x="7730447" y="6252438"/>
                </a:lnTo>
                <a:lnTo>
                  <a:pt x="7746584" y="6387541"/>
                </a:lnTo>
                <a:lnTo>
                  <a:pt x="7761880" y="6509613"/>
                </a:lnTo>
                <a:lnTo>
                  <a:pt x="7774655" y="6612483"/>
                </a:lnTo>
                <a:lnTo>
                  <a:pt x="7786757" y="6698894"/>
                </a:lnTo>
                <a:lnTo>
                  <a:pt x="7804071" y="6817538"/>
                </a:lnTo>
                <a:lnTo>
                  <a:pt x="7809954" y="6858000"/>
                </a:lnTo>
                <a:lnTo>
                  <a:pt x="7157124" y="6858000"/>
                </a:lnTo>
                <a:lnTo>
                  <a:pt x="7157124" y="6858000"/>
                </a:lnTo>
                <a:lnTo>
                  <a:pt x="0" y="6858000"/>
                </a:lnTo>
                <a:lnTo>
                  <a:pt x="0" y="0"/>
                </a:lnTo>
                <a:lnTo>
                  <a:pt x="6465239" y="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F98810A7-E114-447A-A7D6-69B27CFB56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1FEB4E6B-D964-59A8-50DD-2A64615B465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6"/>
          <a:stretch>
            <a:fillRect/>
          </a:stretch>
        </p:blipFill>
        <p:spPr>
          <a:xfrm>
            <a:off x="21228" y="836935"/>
            <a:ext cx="7442453" cy="4354189"/>
          </a:xfrm>
          <a:prstGeom prst="rect">
            <a:avLst/>
          </a:prstGeom>
          <a:effectLst/>
        </p:spPr>
      </p:pic>
    </p:spTree>
    <p:extLst>
      <p:ext uri="{BB962C8B-B14F-4D97-AF65-F5344CB8AC3E}">
        <p14:creationId xmlns:p14="http://schemas.microsoft.com/office/powerpoint/2010/main" val="39895454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41B68C77-138E-4BF7-A276-BD0C78A421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7C268552-D473-46ED-B1B8-422042C4DE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29" name="Oval 28">
            <a:extLst>
              <a:ext uri="{FF2B5EF4-FFF2-40B4-BE49-F238E27FC236}">
                <a16:creationId xmlns:a16="http://schemas.microsoft.com/office/drawing/2014/main" id="{4AC0CD9D-7610-4620-93B4-798CCD9AB5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B9238B3E-24AA-439A-B527-6C5DF6D721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69F01145-BEA3-4CBF-AA21-10077B948C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35" name="Rectangle 34">
            <a:extLst>
              <a:ext uri="{FF2B5EF4-FFF2-40B4-BE49-F238E27FC236}">
                <a16:creationId xmlns:a16="http://schemas.microsoft.com/office/drawing/2014/main" id="{DE4D62F9-188E-4530-84C2-24BDEE4BEB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 useBgFill="1">
        <p:nvSpPr>
          <p:cNvPr id="37" name="Rectangle 36">
            <a:extLst>
              <a:ext uri="{FF2B5EF4-FFF2-40B4-BE49-F238E27FC236}">
                <a16:creationId xmlns:a16="http://schemas.microsoft.com/office/drawing/2014/main" id="{D27CF008-4B18-436D-B2D5-C1346C1243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5"/>
            <a:ext cx="12191695" cy="473074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CE22DAD8-5F67-4B73-ADA9-06EF381F7A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41" name="Freeform 16">
            <a:extLst>
              <a:ext uri="{FF2B5EF4-FFF2-40B4-BE49-F238E27FC236}">
                <a16:creationId xmlns:a16="http://schemas.microsoft.com/office/drawing/2014/main" id="{E4F17063-EDA4-417B-946F-BA357F3B39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19939" y="3753695"/>
            <a:ext cx="3472060" cy="825932"/>
          </a:xfrm>
          <a:custGeom>
            <a:avLst/>
            <a:gdLst>
              <a:gd name="connsiteX0" fmla="*/ 3470310 w 3472060"/>
              <a:gd name="connsiteY0" fmla="*/ 0 h 825932"/>
              <a:gd name="connsiteX1" fmla="*/ 3472060 w 3472060"/>
              <a:gd name="connsiteY1" fmla="*/ 12850 h 825932"/>
              <a:gd name="connsiteX2" fmla="*/ 3472060 w 3472060"/>
              <a:gd name="connsiteY2" fmla="*/ 480529 h 825932"/>
              <a:gd name="connsiteX3" fmla="*/ 3363699 w 3472060"/>
              <a:gd name="connsiteY3" fmla="*/ 498471 h 825932"/>
              <a:gd name="connsiteX4" fmla="*/ 42060 w 3472060"/>
              <a:gd name="connsiteY4" fmla="*/ 824486 h 825932"/>
              <a:gd name="connsiteX5" fmla="*/ 0 w 3472060"/>
              <a:gd name="connsiteY5" fmla="*/ 758452 h 825932"/>
              <a:gd name="connsiteX6" fmla="*/ 188014 w 3472060"/>
              <a:gd name="connsiteY6" fmla="*/ 735602 h 825932"/>
              <a:gd name="connsiteX7" fmla="*/ 284087 w 3472060"/>
              <a:gd name="connsiteY7" fmla="*/ 722590 h 825932"/>
              <a:gd name="connsiteX8" fmla="*/ 382288 w 3472060"/>
              <a:gd name="connsiteY8" fmla="*/ 709392 h 825932"/>
              <a:gd name="connsiteX9" fmla="*/ 481858 w 3472060"/>
              <a:gd name="connsiteY9" fmla="*/ 695774 h 825932"/>
              <a:gd name="connsiteX10" fmla="*/ 581897 w 3472060"/>
              <a:gd name="connsiteY10" fmla="*/ 680711 h 825932"/>
              <a:gd name="connsiteX11" fmla="*/ 683670 w 3472060"/>
              <a:gd name="connsiteY11" fmla="*/ 665256 h 825932"/>
              <a:gd name="connsiteX12" fmla="*/ 787206 w 3472060"/>
              <a:gd name="connsiteY12" fmla="*/ 649587 h 825932"/>
              <a:gd name="connsiteX13" fmla="*/ 892019 w 3472060"/>
              <a:gd name="connsiteY13" fmla="*/ 632968 h 825932"/>
              <a:gd name="connsiteX14" fmla="*/ 997620 w 3472060"/>
              <a:gd name="connsiteY14" fmla="*/ 614667 h 825932"/>
              <a:gd name="connsiteX15" fmla="*/ 1104727 w 3472060"/>
              <a:gd name="connsiteY15" fmla="*/ 596741 h 825932"/>
              <a:gd name="connsiteX16" fmla="*/ 1212669 w 3472060"/>
              <a:gd name="connsiteY16" fmla="*/ 577397 h 825932"/>
              <a:gd name="connsiteX17" fmla="*/ 1321506 w 3472060"/>
              <a:gd name="connsiteY17" fmla="*/ 556988 h 825932"/>
              <a:gd name="connsiteX18" fmla="*/ 1430709 w 3472060"/>
              <a:gd name="connsiteY18" fmla="*/ 536607 h 825932"/>
              <a:gd name="connsiteX19" fmla="*/ 1541050 w 3472060"/>
              <a:gd name="connsiteY19" fmla="*/ 514481 h 825932"/>
              <a:gd name="connsiteX20" fmla="*/ 1652805 w 3472060"/>
              <a:gd name="connsiteY20" fmla="*/ 492202 h 825932"/>
              <a:gd name="connsiteX21" fmla="*/ 1763708 w 3472060"/>
              <a:gd name="connsiteY21" fmla="*/ 469161 h 825932"/>
              <a:gd name="connsiteX22" fmla="*/ 1875795 w 3472060"/>
              <a:gd name="connsiteY22" fmla="*/ 444641 h 825932"/>
              <a:gd name="connsiteX23" fmla="*/ 1989128 w 3472060"/>
              <a:gd name="connsiteY23" fmla="*/ 418995 h 825932"/>
              <a:gd name="connsiteX24" fmla="*/ 2102476 w 3472060"/>
              <a:gd name="connsiteY24" fmla="*/ 393438 h 825932"/>
              <a:gd name="connsiteX25" fmla="*/ 2215549 w 3472060"/>
              <a:gd name="connsiteY25" fmla="*/ 366291 h 825932"/>
              <a:gd name="connsiteX26" fmla="*/ 2330490 w 3472060"/>
              <a:gd name="connsiteY26" fmla="*/ 337455 h 825932"/>
              <a:gd name="connsiteX27" fmla="*/ 2443333 w 3472060"/>
              <a:gd name="connsiteY27" fmla="*/ 308983 h 825932"/>
              <a:gd name="connsiteX28" fmla="*/ 2558014 w 3472060"/>
              <a:gd name="connsiteY28" fmla="*/ 278646 h 825932"/>
              <a:gd name="connsiteX29" fmla="*/ 2673621 w 3472060"/>
              <a:gd name="connsiteY29" fmla="*/ 247421 h 825932"/>
              <a:gd name="connsiteX30" fmla="*/ 2787008 w 3472060"/>
              <a:gd name="connsiteY30" fmla="*/ 215853 h 825932"/>
              <a:gd name="connsiteX31" fmla="*/ 2901442 w 3472060"/>
              <a:gd name="connsiteY31" fmla="*/ 182011 h 825932"/>
              <a:gd name="connsiteX32" fmla="*/ 3015722 w 3472060"/>
              <a:gd name="connsiteY32" fmla="*/ 147286 h 825932"/>
              <a:gd name="connsiteX33" fmla="*/ 3130018 w 3472060"/>
              <a:gd name="connsiteY33" fmla="*/ 112649 h 825932"/>
              <a:gd name="connsiteX34" fmla="*/ 3243551 w 3472060"/>
              <a:gd name="connsiteY34" fmla="*/ 75688 h 825932"/>
              <a:gd name="connsiteX35" fmla="*/ 3356992 w 3472060"/>
              <a:gd name="connsiteY35" fmla="*/ 38197 h 825932"/>
              <a:gd name="connsiteX36" fmla="*/ 3470310 w 3472060"/>
              <a:gd name="connsiteY36" fmla="*/ 0 h 825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472060" h="825932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tx2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F73AC54B-F9B6-B102-D83D-F2996AEB1A0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6"/>
          <a:stretch>
            <a:fillRect/>
          </a:stretch>
        </p:blipFill>
        <p:spPr>
          <a:xfrm>
            <a:off x="2589201" y="621665"/>
            <a:ext cx="6858009" cy="3291844"/>
          </a:xfrm>
          <a:prstGeom prst="rect">
            <a:avLst/>
          </a:prstGeom>
          <a:effectLst/>
        </p:spPr>
      </p:pic>
      <p:sp>
        <p:nvSpPr>
          <p:cNvPr id="43" name="Freeform: Shape 42">
            <a:extLst>
              <a:ext uri="{FF2B5EF4-FFF2-40B4-BE49-F238E27FC236}">
                <a16:creationId xmlns:a16="http://schemas.microsoft.com/office/drawing/2014/main" id="{D36F3EEA-55D4-4677-80E7-92D00B8F34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055533"/>
            <a:ext cx="12192000" cy="2802467"/>
          </a:xfrm>
          <a:custGeom>
            <a:avLst/>
            <a:gdLst>
              <a:gd name="connsiteX0" fmla="*/ 1 w 12192000"/>
              <a:gd name="connsiteY0" fmla="*/ 0 h 2802467"/>
              <a:gd name="connsiteX1" fmla="*/ 71932 w 12192000"/>
              <a:gd name="connsiteY1" fmla="*/ 12261 h 2802467"/>
              <a:gd name="connsiteX2" fmla="*/ 282848 w 12192000"/>
              <a:gd name="connsiteY2" fmla="*/ 48342 h 2802467"/>
              <a:gd name="connsiteX3" fmla="*/ 436464 w 12192000"/>
              <a:gd name="connsiteY3" fmla="*/ 73565 h 2802467"/>
              <a:gd name="connsiteX4" fmla="*/ 619339 w 12192000"/>
              <a:gd name="connsiteY4" fmla="*/ 100188 h 2802467"/>
              <a:gd name="connsiteX5" fmla="*/ 836351 w 12192000"/>
              <a:gd name="connsiteY5" fmla="*/ 132066 h 2802467"/>
              <a:gd name="connsiteX6" fmla="*/ 1076528 w 12192000"/>
              <a:gd name="connsiteY6" fmla="*/ 165696 h 2802467"/>
              <a:gd name="connsiteX7" fmla="*/ 1347183 w 12192000"/>
              <a:gd name="connsiteY7" fmla="*/ 201077 h 2802467"/>
              <a:gd name="connsiteX8" fmla="*/ 1642223 w 12192000"/>
              <a:gd name="connsiteY8" fmla="*/ 238560 h 2802467"/>
              <a:gd name="connsiteX9" fmla="*/ 1962864 w 12192000"/>
              <a:gd name="connsiteY9" fmla="*/ 276043 h 2802467"/>
              <a:gd name="connsiteX10" fmla="*/ 2304232 w 12192000"/>
              <a:gd name="connsiteY10" fmla="*/ 314226 h 2802467"/>
              <a:gd name="connsiteX11" fmla="*/ 2672421 w 12192000"/>
              <a:gd name="connsiteY11" fmla="*/ 349608 h 2802467"/>
              <a:gd name="connsiteX12" fmla="*/ 3057678 w 12192000"/>
              <a:gd name="connsiteY12" fmla="*/ 383587 h 2802467"/>
              <a:gd name="connsiteX13" fmla="*/ 3464881 w 12192000"/>
              <a:gd name="connsiteY13" fmla="*/ 414415 h 2802467"/>
              <a:gd name="connsiteX14" fmla="*/ 3889152 w 12192000"/>
              <a:gd name="connsiteY14" fmla="*/ 443840 h 2802467"/>
              <a:gd name="connsiteX15" fmla="*/ 4331710 w 12192000"/>
              <a:gd name="connsiteY15" fmla="*/ 471515 h 2802467"/>
              <a:gd name="connsiteX16" fmla="*/ 4558476 w 12192000"/>
              <a:gd name="connsiteY16" fmla="*/ 481323 h 2802467"/>
              <a:gd name="connsiteX17" fmla="*/ 4790118 w 12192000"/>
              <a:gd name="connsiteY17" fmla="*/ 492183 h 2802467"/>
              <a:gd name="connsiteX18" fmla="*/ 5025418 w 12192000"/>
              <a:gd name="connsiteY18" fmla="*/ 502342 h 2802467"/>
              <a:gd name="connsiteX19" fmla="*/ 5261937 w 12192000"/>
              <a:gd name="connsiteY19" fmla="*/ 508998 h 2802467"/>
              <a:gd name="connsiteX20" fmla="*/ 5503332 w 12192000"/>
              <a:gd name="connsiteY20" fmla="*/ 514953 h 2802467"/>
              <a:gd name="connsiteX21" fmla="*/ 5747166 w 12192000"/>
              <a:gd name="connsiteY21" fmla="*/ 521259 h 2802467"/>
              <a:gd name="connsiteX22" fmla="*/ 5995877 w 12192000"/>
              <a:gd name="connsiteY22" fmla="*/ 525462 h 2802467"/>
              <a:gd name="connsiteX23" fmla="*/ 6247026 w 12192000"/>
              <a:gd name="connsiteY23" fmla="*/ 525462 h 2802467"/>
              <a:gd name="connsiteX24" fmla="*/ 6500613 w 12192000"/>
              <a:gd name="connsiteY24" fmla="*/ 527564 h 2802467"/>
              <a:gd name="connsiteX25" fmla="*/ 6756639 w 12192000"/>
              <a:gd name="connsiteY25" fmla="*/ 525462 h 2802467"/>
              <a:gd name="connsiteX26" fmla="*/ 7016322 w 12192000"/>
              <a:gd name="connsiteY26" fmla="*/ 521259 h 2802467"/>
              <a:gd name="connsiteX27" fmla="*/ 7276005 w 12192000"/>
              <a:gd name="connsiteY27" fmla="*/ 517405 h 2802467"/>
              <a:gd name="connsiteX28" fmla="*/ 7539345 w 12192000"/>
              <a:gd name="connsiteY28" fmla="*/ 508998 h 2802467"/>
              <a:gd name="connsiteX29" fmla="*/ 7805124 w 12192000"/>
              <a:gd name="connsiteY29" fmla="*/ 500240 h 2802467"/>
              <a:gd name="connsiteX30" fmla="*/ 8070903 w 12192000"/>
              <a:gd name="connsiteY30" fmla="*/ 490081 h 2802467"/>
              <a:gd name="connsiteX31" fmla="*/ 8339121 w 12192000"/>
              <a:gd name="connsiteY31" fmla="*/ 475719 h 2802467"/>
              <a:gd name="connsiteX32" fmla="*/ 8609776 w 12192000"/>
              <a:gd name="connsiteY32" fmla="*/ 458553 h 2802467"/>
              <a:gd name="connsiteX33" fmla="*/ 8881651 w 12192000"/>
              <a:gd name="connsiteY33" fmla="*/ 442089 h 2802467"/>
              <a:gd name="connsiteX34" fmla="*/ 9153526 w 12192000"/>
              <a:gd name="connsiteY34" fmla="*/ 421070 h 2802467"/>
              <a:gd name="connsiteX35" fmla="*/ 9429058 w 12192000"/>
              <a:gd name="connsiteY35" fmla="*/ 395848 h 2802467"/>
              <a:gd name="connsiteX36" fmla="*/ 9700933 w 12192000"/>
              <a:gd name="connsiteY36" fmla="*/ 370626 h 2802467"/>
              <a:gd name="connsiteX37" fmla="*/ 9977684 w 12192000"/>
              <a:gd name="connsiteY37" fmla="*/ 341550 h 2802467"/>
              <a:gd name="connsiteX38" fmla="*/ 10255655 w 12192000"/>
              <a:gd name="connsiteY38" fmla="*/ 309672 h 2802467"/>
              <a:gd name="connsiteX39" fmla="*/ 10529968 w 12192000"/>
              <a:gd name="connsiteY39" fmla="*/ 276043 h 2802467"/>
              <a:gd name="connsiteX40" fmla="*/ 10807939 w 12192000"/>
              <a:gd name="connsiteY40" fmla="*/ 236808 h 2802467"/>
              <a:gd name="connsiteX41" fmla="*/ 11084690 w 12192000"/>
              <a:gd name="connsiteY41" fmla="*/ 194771 h 2802467"/>
              <a:gd name="connsiteX42" fmla="*/ 11362661 w 12192000"/>
              <a:gd name="connsiteY42" fmla="*/ 153085 h 2802467"/>
              <a:gd name="connsiteX43" fmla="*/ 11639412 w 12192000"/>
              <a:gd name="connsiteY43" fmla="*/ 104392 h 2802467"/>
              <a:gd name="connsiteX44" fmla="*/ 11914945 w 12192000"/>
              <a:gd name="connsiteY44" fmla="*/ 54648 h 2802467"/>
              <a:gd name="connsiteX45" fmla="*/ 12191696 w 12192000"/>
              <a:gd name="connsiteY45" fmla="*/ 2452 h 2802467"/>
              <a:gd name="connsiteX46" fmla="*/ 12191696 w 12192000"/>
              <a:gd name="connsiteY46" fmla="*/ 2236410 h 2802467"/>
              <a:gd name="connsiteX47" fmla="*/ 12192000 w 12192000"/>
              <a:gd name="connsiteY47" fmla="*/ 2236410 h 2802467"/>
              <a:gd name="connsiteX48" fmla="*/ 12192000 w 12192000"/>
              <a:gd name="connsiteY48" fmla="*/ 2802467 h 2802467"/>
              <a:gd name="connsiteX49" fmla="*/ 12191696 w 12192000"/>
              <a:gd name="connsiteY49" fmla="*/ 2802467 h 2802467"/>
              <a:gd name="connsiteX50" fmla="*/ 0 w 12192000"/>
              <a:gd name="connsiteY50" fmla="*/ 2802467 h 2802467"/>
              <a:gd name="connsiteX51" fmla="*/ 0 w 12192000"/>
              <a:gd name="connsiteY51" fmla="*/ 2236410 h 2802467"/>
              <a:gd name="connsiteX52" fmla="*/ 1 w 12192000"/>
              <a:gd name="connsiteY52" fmla="*/ 2236410 h 28024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</a:cxnLst>
            <a:rect l="l" t="t" r="r" b="b"/>
            <a:pathLst>
              <a:path w="12192000" h="2802467">
                <a:moveTo>
                  <a:pt x="1" y="0"/>
                </a:moveTo>
                <a:lnTo>
                  <a:pt x="71932" y="12261"/>
                </a:lnTo>
                <a:lnTo>
                  <a:pt x="282848" y="48342"/>
                </a:lnTo>
                <a:lnTo>
                  <a:pt x="436464" y="73565"/>
                </a:lnTo>
                <a:lnTo>
                  <a:pt x="619339" y="100188"/>
                </a:lnTo>
                <a:lnTo>
                  <a:pt x="836351" y="132066"/>
                </a:lnTo>
                <a:lnTo>
                  <a:pt x="1076528" y="165696"/>
                </a:lnTo>
                <a:lnTo>
                  <a:pt x="1347183" y="201077"/>
                </a:lnTo>
                <a:lnTo>
                  <a:pt x="1642223" y="238560"/>
                </a:lnTo>
                <a:lnTo>
                  <a:pt x="1962864" y="276043"/>
                </a:lnTo>
                <a:lnTo>
                  <a:pt x="2304232" y="314226"/>
                </a:lnTo>
                <a:lnTo>
                  <a:pt x="2672421" y="349608"/>
                </a:lnTo>
                <a:lnTo>
                  <a:pt x="3057678" y="383587"/>
                </a:lnTo>
                <a:lnTo>
                  <a:pt x="3464881" y="414415"/>
                </a:lnTo>
                <a:lnTo>
                  <a:pt x="3889152" y="443840"/>
                </a:lnTo>
                <a:lnTo>
                  <a:pt x="4331710" y="471515"/>
                </a:lnTo>
                <a:lnTo>
                  <a:pt x="4558476" y="481323"/>
                </a:lnTo>
                <a:lnTo>
                  <a:pt x="4790118" y="492183"/>
                </a:lnTo>
                <a:lnTo>
                  <a:pt x="5025418" y="502342"/>
                </a:lnTo>
                <a:lnTo>
                  <a:pt x="5261937" y="508998"/>
                </a:lnTo>
                <a:lnTo>
                  <a:pt x="5503332" y="514953"/>
                </a:lnTo>
                <a:lnTo>
                  <a:pt x="5747166" y="521259"/>
                </a:lnTo>
                <a:lnTo>
                  <a:pt x="5995877" y="525462"/>
                </a:lnTo>
                <a:lnTo>
                  <a:pt x="6247026" y="525462"/>
                </a:lnTo>
                <a:lnTo>
                  <a:pt x="6500613" y="527564"/>
                </a:lnTo>
                <a:lnTo>
                  <a:pt x="6756639" y="525462"/>
                </a:lnTo>
                <a:lnTo>
                  <a:pt x="7016322" y="521259"/>
                </a:lnTo>
                <a:lnTo>
                  <a:pt x="7276005" y="517405"/>
                </a:lnTo>
                <a:lnTo>
                  <a:pt x="7539345" y="508998"/>
                </a:lnTo>
                <a:lnTo>
                  <a:pt x="7805124" y="500240"/>
                </a:lnTo>
                <a:lnTo>
                  <a:pt x="8070903" y="490081"/>
                </a:lnTo>
                <a:lnTo>
                  <a:pt x="8339121" y="475719"/>
                </a:lnTo>
                <a:lnTo>
                  <a:pt x="8609776" y="458553"/>
                </a:lnTo>
                <a:lnTo>
                  <a:pt x="8881651" y="442089"/>
                </a:lnTo>
                <a:lnTo>
                  <a:pt x="9153526" y="421070"/>
                </a:lnTo>
                <a:lnTo>
                  <a:pt x="9429058" y="395848"/>
                </a:lnTo>
                <a:lnTo>
                  <a:pt x="9700933" y="370626"/>
                </a:lnTo>
                <a:lnTo>
                  <a:pt x="9977684" y="341550"/>
                </a:lnTo>
                <a:lnTo>
                  <a:pt x="10255655" y="309672"/>
                </a:lnTo>
                <a:lnTo>
                  <a:pt x="10529968" y="276043"/>
                </a:lnTo>
                <a:lnTo>
                  <a:pt x="10807939" y="236808"/>
                </a:lnTo>
                <a:lnTo>
                  <a:pt x="11084690" y="194771"/>
                </a:lnTo>
                <a:lnTo>
                  <a:pt x="11362661" y="153085"/>
                </a:lnTo>
                <a:lnTo>
                  <a:pt x="11639412" y="104392"/>
                </a:lnTo>
                <a:lnTo>
                  <a:pt x="11914945" y="54648"/>
                </a:lnTo>
                <a:lnTo>
                  <a:pt x="12191696" y="2452"/>
                </a:lnTo>
                <a:lnTo>
                  <a:pt x="12191696" y="2236410"/>
                </a:lnTo>
                <a:lnTo>
                  <a:pt x="12192000" y="2236410"/>
                </a:lnTo>
                <a:lnTo>
                  <a:pt x="12192000" y="2802467"/>
                </a:lnTo>
                <a:lnTo>
                  <a:pt x="12191696" y="2802467"/>
                </a:lnTo>
                <a:lnTo>
                  <a:pt x="0" y="2802467"/>
                </a:lnTo>
                <a:lnTo>
                  <a:pt x="0" y="2236410"/>
                </a:lnTo>
                <a:lnTo>
                  <a:pt x="1" y="223641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C6C7154-1385-3EC2-B5EC-9DFB8C55D7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6916" y="4854346"/>
            <a:ext cx="9149350" cy="868026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 b="0" i="0" kern="1200">
                <a:solidFill>
                  <a:srgbClr val="EBEBEB"/>
                </a:solidFill>
                <a:latin typeface="+mj-lt"/>
                <a:ea typeface="+mj-ea"/>
                <a:cs typeface="+mj-cs"/>
              </a:rPr>
              <a:t>Sign Up Page</a:t>
            </a:r>
          </a:p>
        </p:txBody>
      </p:sp>
    </p:spTree>
    <p:extLst>
      <p:ext uri="{BB962C8B-B14F-4D97-AF65-F5344CB8AC3E}">
        <p14:creationId xmlns:p14="http://schemas.microsoft.com/office/powerpoint/2010/main" val="210737005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4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C9ECDD5C-152A-4CC7-8333-0F367B3A62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F5C92A3-369B-43F3-BDCE-E560B1B0EC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3" name="Oval 12">
            <a:extLst>
              <a:ext uri="{FF2B5EF4-FFF2-40B4-BE49-F238E27FC236}">
                <a16:creationId xmlns:a16="http://schemas.microsoft.com/office/drawing/2014/main" id="{AEBE9F1A-B38D-446E-83AE-14B17CE77F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915B5014-A7EC-4BA6-9C83-8840CF81DB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022C43AB-86D7-420D-8AD7-DC0A15FDD0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5E3EB826-A471-488F-9E8A-D65528A3C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FB3CEA1-88D9-42FB-88ED-1E9807FE65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A6C928E-4252-4F33-8C34-E50A12A317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5" name="20261030-1949-43.5677099">
            <a:hlinkClick r:id="" action="ppaction://media"/>
            <a:extLst>
              <a:ext uri="{FF2B5EF4-FFF2-40B4-BE49-F238E27FC236}">
                <a16:creationId xmlns:a16="http://schemas.microsoft.com/office/drawing/2014/main" id="{4D44CB20-8EDA-0252-820F-944FF66B80E9}"/>
              </a:ext>
            </a:extLst>
          </p:cNvPr>
          <p:cNvPicPr>
            <a:picLocks noGrp="1" noChangeAspect="1"/>
          </p:cNvPicPr>
          <p:nvPr>
            <p:ph idx="1"/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1506537" y="1520822"/>
            <a:ext cx="8931275" cy="4195762"/>
          </a:xfrm>
        </p:spPr>
      </p:pic>
    </p:spTree>
    <p:extLst>
      <p:ext uri="{BB962C8B-B14F-4D97-AF65-F5344CB8AC3E}">
        <p14:creationId xmlns:p14="http://schemas.microsoft.com/office/powerpoint/2010/main" val="38505274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5433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" name="Picture 55">
            <a:extLst>
              <a:ext uri="{FF2B5EF4-FFF2-40B4-BE49-F238E27FC236}">
                <a16:creationId xmlns:a16="http://schemas.microsoft.com/office/drawing/2014/main" id="{94DDC893-E5EF-4CDE-B040-BA5B53AADD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43" name="Picture 42">
            <a:extLst>
              <a:ext uri="{FF2B5EF4-FFF2-40B4-BE49-F238E27FC236}">
                <a16:creationId xmlns:a16="http://schemas.microsoft.com/office/drawing/2014/main" id="{85F1A06D-D369-4974-8208-56120C5E7A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45" name="Oval 44">
            <a:extLst>
              <a:ext uri="{FF2B5EF4-FFF2-40B4-BE49-F238E27FC236}">
                <a16:creationId xmlns:a16="http://schemas.microsoft.com/office/drawing/2014/main" id="{DAD27A50-88D7-4E2A-8488-F2879768AF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47" name="Picture 46">
            <a:extLst>
              <a:ext uri="{FF2B5EF4-FFF2-40B4-BE49-F238E27FC236}">
                <a16:creationId xmlns:a16="http://schemas.microsoft.com/office/drawing/2014/main" id="{A47C6ACD-2325-48C6-B9F3-C21563A05E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57" name="Picture 56">
            <a:extLst>
              <a:ext uri="{FF2B5EF4-FFF2-40B4-BE49-F238E27FC236}">
                <a16:creationId xmlns:a16="http://schemas.microsoft.com/office/drawing/2014/main" id="{1081DF83-4F35-4560-87E6-0DE8AAAC33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58" name="Rectangle 57">
            <a:extLst>
              <a:ext uri="{FF2B5EF4-FFF2-40B4-BE49-F238E27FC236}">
                <a16:creationId xmlns:a16="http://schemas.microsoft.com/office/drawing/2014/main" id="{7C704F0F-1CD8-4DC1-AEE9-2259582324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514ACEF-C701-74F2-FCE7-E185ACB277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r="44751" b="1"/>
          <a:stretch>
            <a:fillRect/>
          </a:stretch>
        </p:blipFill>
        <p:spPr>
          <a:xfrm>
            <a:off x="1" y="-5"/>
            <a:ext cx="6095999" cy="5020241"/>
          </a:xfrm>
          <a:custGeom>
            <a:avLst/>
            <a:gdLst/>
            <a:ahLst/>
            <a:cxnLst/>
            <a:rect l="l" t="t" r="r" b="b"/>
            <a:pathLst>
              <a:path w="6095999" h="5020241">
                <a:moveTo>
                  <a:pt x="0" y="0"/>
                </a:moveTo>
                <a:lnTo>
                  <a:pt x="6095999" y="0"/>
                </a:lnTo>
                <a:lnTo>
                  <a:pt x="6095999" y="4581001"/>
                </a:lnTo>
                <a:lnTo>
                  <a:pt x="5995877" y="4581001"/>
                </a:lnTo>
                <a:lnTo>
                  <a:pt x="5747167" y="4576798"/>
                </a:lnTo>
                <a:lnTo>
                  <a:pt x="5503333" y="4570492"/>
                </a:lnTo>
                <a:lnTo>
                  <a:pt x="5261938" y="4564537"/>
                </a:lnTo>
                <a:lnTo>
                  <a:pt x="5025418" y="4557881"/>
                </a:lnTo>
                <a:lnTo>
                  <a:pt x="4790118" y="4547722"/>
                </a:lnTo>
                <a:lnTo>
                  <a:pt x="4558477" y="4536862"/>
                </a:lnTo>
                <a:lnTo>
                  <a:pt x="4331710" y="4527054"/>
                </a:lnTo>
                <a:lnTo>
                  <a:pt x="3889152" y="4499379"/>
                </a:lnTo>
                <a:lnTo>
                  <a:pt x="3464881" y="4469954"/>
                </a:lnTo>
                <a:lnTo>
                  <a:pt x="3057678" y="4439126"/>
                </a:lnTo>
                <a:lnTo>
                  <a:pt x="2672421" y="4405147"/>
                </a:lnTo>
                <a:lnTo>
                  <a:pt x="2304232" y="4369765"/>
                </a:lnTo>
                <a:lnTo>
                  <a:pt x="1962864" y="4331582"/>
                </a:lnTo>
                <a:lnTo>
                  <a:pt x="1642223" y="4294099"/>
                </a:lnTo>
                <a:lnTo>
                  <a:pt x="1347183" y="4256616"/>
                </a:lnTo>
                <a:lnTo>
                  <a:pt x="1076528" y="4221235"/>
                </a:lnTo>
                <a:lnTo>
                  <a:pt x="836351" y="4187605"/>
                </a:lnTo>
                <a:lnTo>
                  <a:pt x="619339" y="4155727"/>
                </a:lnTo>
                <a:lnTo>
                  <a:pt x="436464" y="4129104"/>
                </a:lnTo>
                <a:lnTo>
                  <a:pt x="282848" y="4103881"/>
                </a:lnTo>
                <a:lnTo>
                  <a:pt x="71932" y="4067800"/>
                </a:lnTo>
                <a:lnTo>
                  <a:pt x="1" y="4055539"/>
                </a:lnTo>
                <a:lnTo>
                  <a:pt x="1" y="5020241"/>
                </a:lnTo>
                <a:lnTo>
                  <a:pt x="0" y="5020241"/>
                </a:lnTo>
                <a:close/>
              </a:path>
            </a:pathLst>
          </a:custGeom>
        </p:spPr>
      </p:pic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8C0FAD00-17EF-DEF1-7EF5-BB1CB56525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8"/>
          <a:srcRect l="12230" r="17277" b="-2"/>
          <a:stretch>
            <a:fillRect/>
          </a:stretch>
        </p:blipFill>
        <p:spPr>
          <a:xfrm>
            <a:off x="6096000" y="9403"/>
            <a:ext cx="6095696" cy="4583103"/>
          </a:xfrm>
          <a:custGeom>
            <a:avLst/>
            <a:gdLst/>
            <a:ahLst/>
            <a:cxnLst/>
            <a:rect l="l" t="t" r="r" b="b"/>
            <a:pathLst>
              <a:path w="6095696" h="4583103">
                <a:moveTo>
                  <a:pt x="0" y="0"/>
                </a:moveTo>
                <a:lnTo>
                  <a:pt x="6095696" y="0"/>
                </a:lnTo>
                <a:lnTo>
                  <a:pt x="6095696" y="4057991"/>
                </a:lnTo>
                <a:lnTo>
                  <a:pt x="5818946" y="4110187"/>
                </a:lnTo>
                <a:lnTo>
                  <a:pt x="5543413" y="4159931"/>
                </a:lnTo>
                <a:lnTo>
                  <a:pt x="5266662" y="4208624"/>
                </a:lnTo>
                <a:lnTo>
                  <a:pt x="4988691" y="4250310"/>
                </a:lnTo>
                <a:lnTo>
                  <a:pt x="4711940" y="4292347"/>
                </a:lnTo>
                <a:lnTo>
                  <a:pt x="4433969" y="4331582"/>
                </a:lnTo>
                <a:lnTo>
                  <a:pt x="4159656" y="4365211"/>
                </a:lnTo>
                <a:lnTo>
                  <a:pt x="3881685" y="4397089"/>
                </a:lnTo>
                <a:lnTo>
                  <a:pt x="3604934" y="4426165"/>
                </a:lnTo>
                <a:lnTo>
                  <a:pt x="3333059" y="4451387"/>
                </a:lnTo>
                <a:lnTo>
                  <a:pt x="3057527" y="4476609"/>
                </a:lnTo>
                <a:lnTo>
                  <a:pt x="2785652" y="4497628"/>
                </a:lnTo>
                <a:lnTo>
                  <a:pt x="2513777" y="4514092"/>
                </a:lnTo>
                <a:lnTo>
                  <a:pt x="2243122" y="4531258"/>
                </a:lnTo>
                <a:lnTo>
                  <a:pt x="1974904" y="4545620"/>
                </a:lnTo>
                <a:lnTo>
                  <a:pt x="1709125" y="4555779"/>
                </a:lnTo>
                <a:lnTo>
                  <a:pt x="1443346" y="4564537"/>
                </a:lnTo>
                <a:lnTo>
                  <a:pt x="1180006" y="4572944"/>
                </a:lnTo>
                <a:lnTo>
                  <a:pt x="920323" y="4576798"/>
                </a:lnTo>
                <a:lnTo>
                  <a:pt x="660640" y="4581001"/>
                </a:lnTo>
                <a:lnTo>
                  <a:pt x="404614" y="4583103"/>
                </a:lnTo>
                <a:lnTo>
                  <a:pt x="151027" y="4581001"/>
                </a:lnTo>
                <a:lnTo>
                  <a:pt x="0" y="4581001"/>
                </a:lnTo>
                <a:close/>
              </a:path>
            </a:pathLst>
          </a:custGeom>
        </p:spPr>
      </p:pic>
      <p:sp>
        <p:nvSpPr>
          <p:cNvPr id="59" name="Freeform 16">
            <a:extLst>
              <a:ext uri="{FF2B5EF4-FFF2-40B4-BE49-F238E27FC236}">
                <a16:creationId xmlns:a16="http://schemas.microsoft.com/office/drawing/2014/main" id="{E4F17063-EDA4-417B-946F-BA357F3B39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19939" y="3753695"/>
            <a:ext cx="3472060" cy="825932"/>
          </a:xfrm>
          <a:custGeom>
            <a:avLst/>
            <a:gdLst>
              <a:gd name="connsiteX0" fmla="*/ 3470310 w 3472060"/>
              <a:gd name="connsiteY0" fmla="*/ 0 h 825932"/>
              <a:gd name="connsiteX1" fmla="*/ 3472060 w 3472060"/>
              <a:gd name="connsiteY1" fmla="*/ 12850 h 825932"/>
              <a:gd name="connsiteX2" fmla="*/ 3472060 w 3472060"/>
              <a:gd name="connsiteY2" fmla="*/ 480529 h 825932"/>
              <a:gd name="connsiteX3" fmla="*/ 3363699 w 3472060"/>
              <a:gd name="connsiteY3" fmla="*/ 498471 h 825932"/>
              <a:gd name="connsiteX4" fmla="*/ 42060 w 3472060"/>
              <a:gd name="connsiteY4" fmla="*/ 824486 h 825932"/>
              <a:gd name="connsiteX5" fmla="*/ 0 w 3472060"/>
              <a:gd name="connsiteY5" fmla="*/ 758452 h 825932"/>
              <a:gd name="connsiteX6" fmla="*/ 188014 w 3472060"/>
              <a:gd name="connsiteY6" fmla="*/ 735602 h 825932"/>
              <a:gd name="connsiteX7" fmla="*/ 284087 w 3472060"/>
              <a:gd name="connsiteY7" fmla="*/ 722590 h 825932"/>
              <a:gd name="connsiteX8" fmla="*/ 382288 w 3472060"/>
              <a:gd name="connsiteY8" fmla="*/ 709392 h 825932"/>
              <a:gd name="connsiteX9" fmla="*/ 481858 w 3472060"/>
              <a:gd name="connsiteY9" fmla="*/ 695774 h 825932"/>
              <a:gd name="connsiteX10" fmla="*/ 581897 w 3472060"/>
              <a:gd name="connsiteY10" fmla="*/ 680711 h 825932"/>
              <a:gd name="connsiteX11" fmla="*/ 683670 w 3472060"/>
              <a:gd name="connsiteY11" fmla="*/ 665256 h 825932"/>
              <a:gd name="connsiteX12" fmla="*/ 787206 w 3472060"/>
              <a:gd name="connsiteY12" fmla="*/ 649587 h 825932"/>
              <a:gd name="connsiteX13" fmla="*/ 892019 w 3472060"/>
              <a:gd name="connsiteY13" fmla="*/ 632968 h 825932"/>
              <a:gd name="connsiteX14" fmla="*/ 997620 w 3472060"/>
              <a:gd name="connsiteY14" fmla="*/ 614667 h 825932"/>
              <a:gd name="connsiteX15" fmla="*/ 1104727 w 3472060"/>
              <a:gd name="connsiteY15" fmla="*/ 596741 h 825932"/>
              <a:gd name="connsiteX16" fmla="*/ 1212669 w 3472060"/>
              <a:gd name="connsiteY16" fmla="*/ 577397 h 825932"/>
              <a:gd name="connsiteX17" fmla="*/ 1321506 w 3472060"/>
              <a:gd name="connsiteY17" fmla="*/ 556988 h 825932"/>
              <a:gd name="connsiteX18" fmla="*/ 1430709 w 3472060"/>
              <a:gd name="connsiteY18" fmla="*/ 536607 h 825932"/>
              <a:gd name="connsiteX19" fmla="*/ 1541050 w 3472060"/>
              <a:gd name="connsiteY19" fmla="*/ 514481 h 825932"/>
              <a:gd name="connsiteX20" fmla="*/ 1652805 w 3472060"/>
              <a:gd name="connsiteY20" fmla="*/ 492202 h 825932"/>
              <a:gd name="connsiteX21" fmla="*/ 1763708 w 3472060"/>
              <a:gd name="connsiteY21" fmla="*/ 469161 h 825932"/>
              <a:gd name="connsiteX22" fmla="*/ 1875795 w 3472060"/>
              <a:gd name="connsiteY22" fmla="*/ 444641 h 825932"/>
              <a:gd name="connsiteX23" fmla="*/ 1989128 w 3472060"/>
              <a:gd name="connsiteY23" fmla="*/ 418995 h 825932"/>
              <a:gd name="connsiteX24" fmla="*/ 2102476 w 3472060"/>
              <a:gd name="connsiteY24" fmla="*/ 393438 h 825932"/>
              <a:gd name="connsiteX25" fmla="*/ 2215549 w 3472060"/>
              <a:gd name="connsiteY25" fmla="*/ 366291 h 825932"/>
              <a:gd name="connsiteX26" fmla="*/ 2330490 w 3472060"/>
              <a:gd name="connsiteY26" fmla="*/ 337455 h 825932"/>
              <a:gd name="connsiteX27" fmla="*/ 2443333 w 3472060"/>
              <a:gd name="connsiteY27" fmla="*/ 308983 h 825932"/>
              <a:gd name="connsiteX28" fmla="*/ 2558014 w 3472060"/>
              <a:gd name="connsiteY28" fmla="*/ 278646 h 825932"/>
              <a:gd name="connsiteX29" fmla="*/ 2673621 w 3472060"/>
              <a:gd name="connsiteY29" fmla="*/ 247421 h 825932"/>
              <a:gd name="connsiteX30" fmla="*/ 2787008 w 3472060"/>
              <a:gd name="connsiteY30" fmla="*/ 215853 h 825932"/>
              <a:gd name="connsiteX31" fmla="*/ 2901442 w 3472060"/>
              <a:gd name="connsiteY31" fmla="*/ 182011 h 825932"/>
              <a:gd name="connsiteX32" fmla="*/ 3015722 w 3472060"/>
              <a:gd name="connsiteY32" fmla="*/ 147286 h 825932"/>
              <a:gd name="connsiteX33" fmla="*/ 3130018 w 3472060"/>
              <a:gd name="connsiteY33" fmla="*/ 112649 h 825932"/>
              <a:gd name="connsiteX34" fmla="*/ 3243551 w 3472060"/>
              <a:gd name="connsiteY34" fmla="*/ 75688 h 825932"/>
              <a:gd name="connsiteX35" fmla="*/ 3356992 w 3472060"/>
              <a:gd name="connsiteY35" fmla="*/ 38197 h 825932"/>
              <a:gd name="connsiteX36" fmla="*/ 3470310 w 3472060"/>
              <a:gd name="connsiteY36" fmla="*/ 0 h 825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472060" h="825932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tx2">
              <a:alpha val="4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55" name="Freeform: Shape 54">
            <a:extLst>
              <a:ext uri="{FF2B5EF4-FFF2-40B4-BE49-F238E27FC236}">
                <a16:creationId xmlns:a16="http://schemas.microsoft.com/office/drawing/2014/main" id="{D36F3EEA-55D4-4677-80E7-92D00B8F34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055533"/>
            <a:ext cx="12192000" cy="2802467"/>
          </a:xfrm>
          <a:custGeom>
            <a:avLst/>
            <a:gdLst>
              <a:gd name="connsiteX0" fmla="*/ 1 w 12192000"/>
              <a:gd name="connsiteY0" fmla="*/ 0 h 2802467"/>
              <a:gd name="connsiteX1" fmla="*/ 71932 w 12192000"/>
              <a:gd name="connsiteY1" fmla="*/ 12261 h 2802467"/>
              <a:gd name="connsiteX2" fmla="*/ 282848 w 12192000"/>
              <a:gd name="connsiteY2" fmla="*/ 48342 h 2802467"/>
              <a:gd name="connsiteX3" fmla="*/ 436464 w 12192000"/>
              <a:gd name="connsiteY3" fmla="*/ 73565 h 2802467"/>
              <a:gd name="connsiteX4" fmla="*/ 619339 w 12192000"/>
              <a:gd name="connsiteY4" fmla="*/ 100188 h 2802467"/>
              <a:gd name="connsiteX5" fmla="*/ 836351 w 12192000"/>
              <a:gd name="connsiteY5" fmla="*/ 132066 h 2802467"/>
              <a:gd name="connsiteX6" fmla="*/ 1076528 w 12192000"/>
              <a:gd name="connsiteY6" fmla="*/ 165696 h 2802467"/>
              <a:gd name="connsiteX7" fmla="*/ 1347183 w 12192000"/>
              <a:gd name="connsiteY7" fmla="*/ 201077 h 2802467"/>
              <a:gd name="connsiteX8" fmla="*/ 1642223 w 12192000"/>
              <a:gd name="connsiteY8" fmla="*/ 238560 h 2802467"/>
              <a:gd name="connsiteX9" fmla="*/ 1962864 w 12192000"/>
              <a:gd name="connsiteY9" fmla="*/ 276043 h 2802467"/>
              <a:gd name="connsiteX10" fmla="*/ 2304232 w 12192000"/>
              <a:gd name="connsiteY10" fmla="*/ 314226 h 2802467"/>
              <a:gd name="connsiteX11" fmla="*/ 2672421 w 12192000"/>
              <a:gd name="connsiteY11" fmla="*/ 349608 h 2802467"/>
              <a:gd name="connsiteX12" fmla="*/ 3057678 w 12192000"/>
              <a:gd name="connsiteY12" fmla="*/ 383587 h 2802467"/>
              <a:gd name="connsiteX13" fmla="*/ 3464881 w 12192000"/>
              <a:gd name="connsiteY13" fmla="*/ 414415 h 2802467"/>
              <a:gd name="connsiteX14" fmla="*/ 3889152 w 12192000"/>
              <a:gd name="connsiteY14" fmla="*/ 443840 h 2802467"/>
              <a:gd name="connsiteX15" fmla="*/ 4331710 w 12192000"/>
              <a:gd name="connsiteY15" fmla="*/ 471515 h 2802467"/>
              <a:gd name="connsiteX16" fmla="*/ 4558476 w 12192000"/>
              <a:gd name="connsiteY16" fmla="*/ 481323 h 2802467"/>
              <a:gd name="connsiteX17" fmla="*/ 4790118 w 12192000"/>
              <a:gd name="connsiteY17" fmla="*/ 492183 h 2802467"/>
              <a:gd name="connsiteX18" fmla="*/ 5025418 w 12192000"/>
              <a:gd name="connsiteY18" fmla="*/ 502342 h 2802467"/>
              <a:gd name="connsiteX19" fmla="*/ 5261937 w 12192000"/>
              <a:gd name="connsiteY19" fmla="*/ 508998 h 2802467"/>
              <a:gd name="connsiteX20" fmla="*/ 5503332 w 12192000"/>
              <a:gd name="connsiteY20" fmla="*/ 514953 h 2802467"/>
              <a:gd name="connsiteX21" fmla="*/ 5747166 w 12192000"/>
              <a:gd name="connsiteY21" fmla="*/ 521259 h 2802467"/>
              <a:gd name="connsiteX22" fmla="*/ 5995877 w 12192000"/>
              <a:gd name="connsiteY22" fmla="*/ 525462 h 2802467"/>
              <a:gd name="connsiteX23" fmla="*/ 6247026 w 12192000"/>
              <a:gd name="connsiteY23" fmla="*/ 525462 h 2802467"/>
              <a:gd name="connsiteX24" fmla="*/ 6500613 w 12192000"/>
              <a:gd name="connsiteY24" fmla="*/ 527564 h 2802467"/>
              <a:gd name="connsiteX25" fmla="*/ 6756639 w 12192000"/>
              <a:gd name="connsiteY25" fmla="*/ 525462 h 2802467"/>
              <a:gd name="connsiteX26" fmla="*/ 7016322 w 12192000"/>
              <a:gd name="connsiteY26" fmla="*/ 521259 h 2802467"/>
              <a:gd name="connsiteX27" fmla="*/ 7276005 w 12192000"/>
              <a:gd name="connsiteY27" fmla="*/ 517405 h 2802467"/>
              <a:gd name="connsiteX28" fmla="*/ 7539345 w 12192000"/>
              <a:gd name="connsiteY28" fmla="*/ 508998 h 2802467"/>
              <a:gd name="connsiteX29" fmla="*/ 7805124 w 12192000"/>
              <a:gd name="connsiteY29" fmla="*/ 500240 h 2802467"/>
              <a:gd name="connsiteX30" fmla="*/ 8070903 w 12192000"/>
              <a:gd name="connsiteY30" fmla="*/ 490081 h 2802467"/>
              <a:gd name="connsiteX31" fmla="*/ 8339121 w 12192000"/>
              <a:gd name="connsiteY31" fmla="*/ 475719 h 2802467"/>
              <a:gd name="connsiteX32" fmla="*/ 8609776 w 12192000"/>
              <a:gd name="connsiteY32" fmla="*/ 458553 h 2802467"/>
              <a:gd name="connsiteX33" fmla="*/ 8881651 w 12192000"/>
              <a:gd name="connsiteY33" fmla="*/ 442089 h 2802467"/>
              <a:gd name="connsiteX34" fmla="*/ 9153526 w 12192000"/>
              <a:gd name="connsiteY34" fmla="*/ 421070 h 2802467"/>
              <a:gd name="connsiteX35" fmla="*/ 9429058 w 12192000"/>
              <a:gd name="connsiteY35" fmla="*/ 395848 h 2802467"/>
              <a:gd name="connsiteX36" fmla="*/ 9700933 w 12192000"/>
              <a:gd name="connsiteY36" fmla="*/ 370626 h 2802467"/>
              <a:gd name="connsiteX37" fmla="*/ 9977684 w 12192000"/>
              <a:gd name="connsiteY37" fmla="*/ 341550 h 2802467"/>
              <a:gd name="connsiteX38" fmla="*/ 10255655 w 12192000"/>
              <a:gd name="connsiteY38" fmla="*/ 309672 h 2802467"/>
              <a:gd name="connsiteX39" fmla="*/ 10529968 w 12192000"/>
              <a:gd name="connsiteY39" fmla="*/ 276043 h 2802467"/>
              <a:gd name="connsiteX40" fmla="*/ 10807939 w 12192000"/>
              <a:gd name="connsiteY40" fmla="*/ 236808 h 2802467"/>
              <a:gd name="connsiteX41" fmla="*/ 11084690 w 12192000"/>
              <a:gd name="connsiteY41" fmla="*/ 194771 h 2802467"/>
              <a:gd name="connsiteX42" fmla="*/ 11362661 w 12192000"/>
              <a:gd name="connsiteY42" fmla="*/ 153085 h 2802467"/>
              <a:gd name="connsiteX43" fmla="*/ 11639412 w 12192000"/>
              <a:gd name="connsiteY43" fmla="*/ 104392 h 2802467"/>
              <a:gd name="connsiteX44" fmla="*/ 11914945 w 12192000"/>
              <a:gd name="connsiteY44" fmla="*/ 54648 h 2802467"/>
              <a:gd name="connsiteX45" fmla="*/ 12191696 w 12192000"/>
              <a:gd name="connsiteY45" fmla="*/ 2452 h 2802467"/>
              <a:gd name="connsiteX46" fmla="*/ 12191696 w 12192000"/>
              <a:gd name="connsiteY46" fmla="*/ 2236410 h 2802467"/>
              <a:gd name="connsiteX47" fmla="*/ 12192000 w 12192000"/>
              <a:gd name="connsiteY47" fmla="*/ 2236410 h 2802467"/>
              <a:gd name="connsiteX48" fmla="*/ 12192000 w 12192000"/>
              <a:gd name="connsiteY48" fmla="*/ 2802467 h 2802467"/>
              <a:gd name="connsiteX49" fmla="*/ 12191696 w 12192000"/>
              <a:gd name="connsiteY49" fmla="*/ 2802467 h 2802467"/>
              <a:gd name="connsiteX50" fmla="*/ 0 w 12192000"/>
              <a:gd name="connsiteY50" fmla="*/ 2802467 h 2802467"/>
              <a:gd name="connsiteX51" fmla="*/ 0 w 12192000"/>
              <a:gd name="connsiteY51" fmla="*/ 2236410 h 2802467"/>
              <a:gd name="connsiteX52" fmla="*/ 1 w 12192000"/>
              <a:gd name="connsiteY52" fmla="*/ 2236410 h 28024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</a:cxnLst>
            <a:rect l="l" t="t" r="r" b="b"/>
            <a:pathLst>
              <a:path w="12192000" h="2802467">
                <a:moveTo>
                  <a:pt x="1" y="0"/>
                </a:moveTo>
                <a:lnTo>
                  <a:pt x="71932" y="12261"/>
                </a:lnTo>
                <a:lnTo>
                  <a:pt x="282848" y="48342"/>
                </a:lnTo>
                <a:lnTo>
                  <a:pt x="436464" y="73565"/>
                </a:lnTo>
                <a:lnTo>
                  <a:pt x="619339" y="100188"/>
                </a:lnTo>
                <a:lnTo>
                  <a:pt x="836351" y="132066"/>
                </a:lnTo>
                <a:lnTo>
                  <a:pt x="1076528" y="165696"/>
                </a:lnTo>
                <a:lnTo>
                  <a:pt x="1347183" y="201077"/>
                </a:lnTo>
                <a:lnTo>
                  <a:pt x="1642223" y="238560"/>
                </a:lnTo>
                <a:lnTo>
                  <a:pt x="1962864" y="276043"/>
                </a:lnTo>
                <a:lnTo>
                  <a:pt x="2304232" y="314226"/>
                </a:lnTo>
                <a:lnTo>
                  <a:pt x="2672421" y="349608"/>
                </a:lnTo>
                <a:lnTo>
                  <a:pt x="3057678" y="383587"/>
                </a:lnTo>
                <a:lnTo>
                  <a:pt x="3464881" y="414415"/>
                </a:lnTo>
                <a:lnTo>
                  <a:pt x="3889152" y="443840"/>
                </a:lnTo>
                <a:lnTo>
                  <a:pt x="4331710" y="471515"/>
                </a:lnTo>
                <a:lnTo>
                  <a:pt x="4558476" y="481323"/>
                </a:lnTo>
                <a:lnTo>
                  <a:pt x="4790118" y="492183"/>
                </a:lnTo>
                <a:lnTo>
                  <a:pt x="5025418" y="502342"/>
                </a:lnTo>
                <a:lnTo>
                  <a:pt x="5261937" y="508998"/>
                </a:lnTo>
                <a:lnTo>
                  <a:pt x="5503332" y="514953"/>
                </a:lnTo>
                <a:lnTo>
                  <a:pt x="5747166" y="521259"/>
                </a:lnTo>
                <a:lnTo>
                  <a:pt x="5995877" y="525462"/>
                </a:lnTo>
                <a:lnTo>
                  <a:pt x="6247026" y="525462"/>
                </a:lnTo>
                <a:lnTo>
                  <a:pt x="6500613" y="527564"/>
                </a:lnTo>
                <a:lnTo>
                  <a:pt x="6756639" y="525462"/>
                </a:lnTo>
                <a:lnTo>
                  <a:pt x="7016322" y="521259"/>
                </a:lnTo>
                <a:lnTo>
                  <a:pt x="7276005" y="517405"/>
                </a:lnTo>
                <a:lnTo>
                  <a:pt x="7539345" y="508998"/>
                </a:lnTo>
                <a:lnTo>
                  <a:pt x="7805124" y="500240"/>
                </a:lnTo>
                <a:lnTo>
                  <a:pt x="8070903" y="490081"/>
                </a:lnTo>
                <a:lnTo>
                  <a:pt x="8339121" y="475719"/>
                </a:lnTo>
                <a:lnTo>
                  <a:pt x="8609776" y="458553"/>
                </a:lnTo>
                <a:lnTo>
                  <a:pt x="8881651" y="442089"/>
                </a:lnTo>
                <a:lnTo>
                  <a:pt x="9153526" y="421070"/>
                </a:lnTo>
                <a:lnTo>
                  <a:pt x="9429058" y="395848"/>
                </a:lnTo>
                <a:lnTo>
                  <a:pt x="9700933" y="370626"/>
                </a:lnTo>
                <a:lnTo>
                  <a:pt x="9977684" y="341550"/>
                </a:lnTo>
                <a:lnTo>
                  <a:pt x="10255655" y="309672"/>
                </a:lnTo>
                <a:lnTo>
                  <a:pt x="10529968" y="276043"/>
                </a:lnTo>
                <a:lnTo>
                  <a:pt x="10807939" y="236808"/>
                </a:lnTo>
                <a:lnTo>
                  <a:pt x="11084690" y="194771"/>
                </a:lnTo>
                <a:lnTo>
                  <a:pt x="11362661" y="153085"/>
                </a:lnTo>
                <a:lnTo>
                  <a:pt x="11639412" y="104392"/>
                </a:lnTo>
                <a:lnTo>
                  <a:pt x="11914945" y="54648"/>
                </a:lnTo>
                <a:lnTo>
                  <a:pt x="12191696" y="2452"/>
                </a:lnTo>
                <a:lnTo>
                  <a:pt x="12191696" y="2236410"/>
                </a:lnTo>
                <a:lnTo>
                  <a:pt x="12192000" y="2236410"/>
                </a:lnTo>
                <a:lnTo>
                  <a:pt x="12192000" y="2802467"/>
                </a:lnTo>
                <a:lnTo>
                  <a:pt x="12191696" y="2802467"/>
                </a:lnTo>
                <a:lnTo>
                  <a:pt x="0" y="2802467"/>
                </a:lnTo>
                <a:lnTo>
                  <a:pt x="0" y="2236410"/>
                </a:lnTo>
                <a:lnTo>
                  <a:pt x="1" y="223641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FBDA30D-281E-BAA6-4738-7C9A9B62C4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6916" y="4854346"/>
            <a:ext cx="10407602" cy="868026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 dirty="0">
                <a:solidFill>
                  <a:srgbClr val="EBEBEB"/>
                </a:solidFill>
              </a:rPr>
              <a:t>Feedback Input</a:t>
            </a:r>
          </a:p>
        </p:txBody>
      </p:sp>
    </p:spTree>
    <p:extLst>
      <p:ext uri="{BB962C8B-B14F-4D97-AF65-F5344CB8AC3E}">
        <p14:creationId xmlns:p14="http://schemas.microsoft.com/office/powerpoint/2010/main" val="17268636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DF19BAF3-7E20-4B9D-B544-BABAEEA1FA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50648F4-ABCD-4DF0-8641-76CFB23547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>
            <a:extLst>
              <a:ext uri="{FF2B5EF4-FFF2-40B4-BE49-F238E27FC236}">
                <a16:creationId xmlns:a16="http://schemas.microsoft.com/office/drawing/2014/main" id="{989BE678-777B-482A-A616-FEDC47B162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CF1EB4BD-9C7E-4AA3-9681-C7EB0DA625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94AAE3AA-3759-4D28-B0EF-575F25A514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D28BE0C3-2102-4820-B88B-A448B184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3F4807A-5068-4492-8025-D75F320E90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622BDDD-F3E2-45D6-66E2-969E448697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00837" y="1325880"/>
            <a:ext cx="3543464" cy="3066507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>
                <a:solidFill>
                  <a:srgbClr val="EBEBEB"/>
                </a:solidFill>
              </a:rPr>
              <a:t>Gantt Chart</a:t>
            </a:r>
          </a:p>
        </p:txBody>
      </p:sp>
      <p:sp>
        <p:nvSpPr>
          <p:cNvPr id="23" name="Freeform 36">
            <a:extLst>
              <a:ext uri="{FF2B5EF4-FFF2-40B4-BE49-F238E27FC236}">
                <a16:creationId xmlns:a16="http://schemas.microsoft.com/office/drawing/2014/main" id="{B24996F8-180C-4DCB-8A26-DFA336CDEF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413666" y="0"/>
            <a:ext cx="559472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tx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6CD26A04-A48F-0469-B124-FADA8529C8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7"/>
          <a:srcRect r="41443" b="-1"/>
          <a:stretch>
            <a:fillRect/>
          </a:stretch>
        </p:blipFill>
        <p:spPr>
          <a:xfrm>
            <a:off x="20" y="10"/>
            <a:ext cx="7759920" cy="6857991"/>
          </a:xfrm>
          <a:custGeom>
            <a:avLst/>
            <a:gdLst/>
            <a:ahLst/>
            <a:cxnLst/>
            <a:rect l="l" t="t" r="r" b="b"/>
            <a:pathLst>
              <a:path w="7759940" h="6858001">
                <a:moveTo>
                  <a:pt x="0" y="0"/>
                </a:moveTo>
                <a:lnTo>
                  <a:pt x="1296537" y="0"/>
                </a:lnTo>
                <a:lnTo>
                  <a:pt x="1296537" y="1"/>
                </a:lnTo>
                <a:lnTo>
                  <a:pt x="6415225" y="1"/>
                </a:lnTo>
                <a:lnTo>
                  <a:pt x="6415225" y="0"/>
                </a:lnTo>
                <a:lnTo>
                  <a:pt x="7758763" y="0"/>
                </a:lnTo>
                <a:lnTo>
                  <a:pt x="7733718" y="155677"/>
                </a:lnTo>
                <a:lnTo>
                  <a:pt x="7709849" y="310668"/>
                </a:lnTo>
                <a:lnTo>
                  <a:pt x="7686485" y="466344"/>
                </a:lnTo>
                <a:lnTo>
                  <a:pt x="7666482" y="622707"/>
                </a:lnTo>
                <a:lnTo>
                  <a:pt x="7646311" y="778383"/>
                </a:lnTo>
                <a:lnTo>
                  <a:pt x="7627485" y="934746"/>
                </a:lnTo>
                <a:lnTo>
                  <a:pt x="7611349" y="1089051"/>
                </a:lnTo>
                <a:lnTo>
                  <a:pt x="7596053" y="1245413"/>
                </a:lnTo>
                <a:lnTo>
                  <a:pt x="7582101" y="1401090"/>
                </a:lnTo>
                <a:lnTo>
                  <a:pt x="7569999" y="1554023"/>
                </a:lnTo>
                <a:lnTo>
                  <a:pt x="7557896" y="1709014"/>
                </a:lnTo>
                <a:lnTo>
                  <a:pt x="7547811" y="1861947"/>
                </a:lnTo>
                <a:lnTo>
                  <a:pt x="7539911" y="2014881"/>
                </a:lnTo>
                <a:lnTo>
                  <a:pt x="7531674" y="2167128"/>
                </a:lnTo>
                <a:lnTo>
                  <a:pt x="7524783" y="2318004"/>
                </a:lnTo>
                <a:lnTo>
                  <a:pt x="7519908" y="2467509"/>
                </a:lnTo>
                <a:lnTo>
                  <a:pt x="7515706" y="2617013"/>
                </a:lnTo>
                <a:lnTo>
                  <a:pt x="7511672" y="2765146"/>
                </a:lnTo>
                <a:lnTo>
                  <a:pt x="7509823" y="2911221"/>
                </a:lnTo>
                <a:lnTo>
                  <a:pt x="7507806" y="3057297"/>
                </a:lnTo>
                <a:lnTo>
                  <a:pt x="7506797" y="3201315"/>
                </a:lnTo>
                <a:lnTo>
                  <a:pt x="7507806" y="3343961"/>
                </a:lnTo>
                <a:lnTo>
                  <a:pt x="7507806" y="3485236"/>
                </a:lnTo>
                <a:lnTo>
                  <a:pt x="7509823" y="3625139"/>
                </a:lnTo>
                <a:lnTo>
                  <a:pt x="7512848" y="3762299"/>
                </a:lnTo>
                <a:lnTo>
                  <a:pt x="7515706" y="3898087"/>
                </a:lnTo>
                <a:lnTo>
                  <a:pt x="7518900" y="4031133"/>
                </a:lnTo>
                <a:lnTo>
                  <a:pt x="7523774" y="4163492"/>
                </a:lnTo>
                <a:lnTo>
                  <a:pt x="7528985" y="4293793"/>
                </a:lnTo>
                <a:lnTo>
                  <a:pt x="7533691" y="4421352"/>
                </a:lnTo>
                <a:lnTo>
                  <a:pt x="7546971" y="4670298"/>
                </a:lnTo>
                <a:lnTo>
                  <a:pt x="7561090" y="4908956"/>
                </a:lnTo>
                <a:lnTo>
                  <a:pt x="7575882" y="5138013"/>
                </a:lnTo>
                <a:lnTo>
                  <a:pt x="7592187" y="5354726"/>
                </a:lnTo>
                <a:lnTo>
                  <a:pt x="7609164" y="5561838"/>
                </a:lnTo>
                <a:lnTo>
                  <a:pt x="7627485" y="5753862"/>
                </a:lnTo>
                <a:lnTo>
                  <a:pt x="7645471" y="5934227"/>
                </a:lnTo>
                <a:lnTo>
                  <a:pt x="7663456" y="6100191"/>
                </a:lnTo>
                <a:lnTo>
                  <a:pt x="7680433" y="6252438"/>
                </a:lnTo>
                <a:lnTo>
                  <a:pt x="7696570" y="6387541"/>
                </a:lnTo>
                <a:lnTo>
                  <a:pt x="7711866" y="6509613"/>
                </a:lnTo>
                <a:lnTo>
                  <a:pt x="7724641" y="6612483"/>
                </a:lnTo>
                <a:lnTo>
                  <a:pt x="7736743" y="6698894"/>
                </a:lnTo>
                <a:lnTo>
                  <a:pt x="7754057" y="6817538"/>
                </a:lnTo>
                <a:lnTo>
                  <a:pt x="7759940" y="6858000"/>
                </a:lnTo>
                <a:lnTo>
                  <a:pt x="6854586" y="6858000"/>
                </a:lnTo>
                <a:lnTo>
                  <a:pt x="6854586" y="6858001"/>
                </a:lnTo>
                <a:lnTo>
                  <a:pt x="764022" y="6858001"/>
                </a:lnTo>
                <a:lnTo>
                  <a:pt x="764022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25" name="Rectangle 24">
            <a:extLst>
              <a:ext uri="{FF2B5EF4-FFF2-40B4-BE49-F238E27FC236}">
                <a16:creationId xmlns:a16="http://schemas.microsoft.com/office/drawing/2014/main" id="{630182B0-3559-41D5-9EBC-0BD86BEDAD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43145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F747F1B4-B831-4277-8AB0-32767F7EB7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Freeform 7">
            <a:extLst>
              <a:ext uri="{FF2B5EF4-FFF2-40B4-BE49-F238E27FC236}">
                <a16:creationId xmlns:a16="http://schemas.microsoft.com/office/drawing/2014/main" id="{D80CFA21-AB7C-4BEB-9BFF-05764FBBF3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19939" y="1460230"/>
            <a:ext cx="3472060" cy="825932"/>
          </a:xfrm>
          <a:custGeom>
            <a:avLst/>
            <a:gdLst>
              <a:gd name="connsiteX0" fmla="*/ 3470310 w 3472060"/>
              <a:gd name="connsiteY0" fmla="*/ 0 h 825932"/>
              <a:gd name="connsiteX1" fmla="*/ 3472060 w 3472060"/>
              <a:gd name="connsiteY1" fmla="*/ 12850 h 825932"/>
              <a:gd name="connsiteX2" fmla="*/ 3472060 w 3472060"/>
              <a:gd name="connsiteY2" fmla="*/ 480529 h 825932"/>
              <a:gd name="connsiteX3" fmla="*/ 3363699 w 3472060"/>
              <a:gd name="connsiteY3" fmla="*/ 498471 h 825932"/>
              <a:gd name="connsiteX4" fmla="*/ 42060 w 3472060"/>
              <a:gd name="connsiteY4" fmla="*/ 824486 h 825932"/>
              <a:gd name="connsiteX5" fmla="*/ 0 w 3472060"/>
              <a:gd name="connsiteY5" fmla="*/ 758452 h 825932"/>
              <a:gd name="connsiteX6" fmla="*/ 188014 w 3472060"/>
              <a:gd name="connsiteY6" fmla="*/ 735602 h 825932"/>
              <a:gd name="connsiteX7" fmla="*/ 284087 w 3472060"/>
              <a:gd name="connsiteY7" fmla="*/ 722590 h 825932"/>
              <a:gd name="connsiteX8" fmla="*/ 382288 w 3472060"/>
              <a:gd name="connsiteY8" fmla="*/ 709392 h 825932"/>
              <a:gd name="connsiteX9" fmla="*/ 481858 w 3472060"/>
              <a:gd name="connsiteY9" fmla="*/ 695774 h 825932"/>
              <a:gd name="connsiteX10" fmla="*/ 581897 w 3472060"/>
              <a:gd name="connsiteY10" fmla="*/ 680711 h 825932"/>
              <a:gd name="connsiteX11" fmla="*/ 683670 w 3472060"/>
              <a:gd name="connsiteY11" fmla="*/ 665256 h 825932"/>
              <a:gd name="connsiteX12" fmla="*/ 787206 w 3472060"/>
              <a:gd name="connsiteY12" fmla="*/ 649587 h 825932"/>
              <a:gd name="connsiteX13" fmla="*/ 892019 w 3472060"/>
              <a:gd name="connsiteY13" fmla="*/ 632968 h 825932"/>
              <a:gd name="connsiteX14" fmla="*/ 997620 w 3472060"/>
              <a:gd name="connsiteY14" fmla="*/ 614667 h 825932"/>
              <a:gd name="connsiteX15" fmla="*/ 1104727 w 3472060"/>
              <a:gd name="connsiteY15" fmla="*/ 596741 h 825932"/>
              <a:gd name="connsiteX16" fmla="*/ 1212669 w 3472060"/>
              <a:gd name="connsiteY16" fmla="*/ 577397 h 825932"/>
              <a:gd name="connsiteX17" fmla="*/ 1321506 w 3472060"/>
              <a:gd name="connsiteY17" fmla="*/ 556988 h 825932"/>
              <a:gd name="connsiteX18" fmla="*/ 1430709 w 3472060"/>
              <a:gd name="connsiteY18" fmla="*/ 536607 h 825932"/>
              <a:gd name="connsiteX19" fmla="*/ 1541050 w 3472060"/>
              <a:gd name="connsiteY19" fmla="*/ 514481 h 825932"/>
              <a:gd name="connsiteX20" fmla="*/ 1652805 w 3472060"/>
              <a:gd name="connsiteY20" fmla="*/ 492202 h 825932"/>
              <a:gd name="connsiteX21" fmla="*/ 1763708 w 3472060"/>
              <a:gd name="connsiteY21" fmla="*/ 469161 h 825932"/>
              <a:gd name="connsiteX22" fmla="*/ 1875795 w 3472060"/>
              <a:gd name="connsiteY22" fmla="*/ 444641 h 825932"/>
              <a:gd name="connsiteX23" fmla="*/ 1989128 w 3472060"/>
              <a:gd name="connsiteY23" fmla="*/ 418995 h 825932"/>
              <a:gd name="connsiteX24" fmla="*/ 2102476 w 3472060"/>
              <a:gd name="connsiteY24" fmla="*/ 393438 h 825932"/>
              <a:gd name="connsiteX25" fmla="*/ 2215549 w 3472060"/>
              <a:gd name="connsiteY25" fmla="*/ 366291 h 825932"/>
              <a:gd name="connsiteX26" fmla="*/ 2330490 w 3472060"/>
              <a:gd name="connsiteY26" fmla="*/ 337455 h 825932"/>
              <a:gd name="connsiteX27" fmla="*/ 2443333 w 3472060"/>
              <a:gd name="connsiteY27" fmla="*/ 308983 h 825932"/>
              <a:gd name="connsiteX28" fmla="*/ 2558014 w 3472060"/>
              <a:gd name="connsiteY28" fmla="*/ 278646 h 825932"/>
              <a:gd name="connsiteX29" fmla="*/ 2673621 w 3472060"/>
              <a:gd name="connsiteY29" fmla="*/ 247421 h 825932"/>
              <a:gd name="connsiteX30" fmla="*/ 2787008 w 3472060"/>
              <a:gd name="connsiteY30" fmla="*/ 215853 h 825932"/>
              <a:gd name="connsiteX31" fmla="*/ 2901442 w 3472060"/>
              <a:gd name="connsiteY31" fmla="*/ 182011 h 825932"/>
              <a:gd name="connsiteX32" fmla="*/ 3015722 w 3472060"/>
              <a:gd name="connsiteY32" fmla="*/ 147286 h 825932"/>
              <a:gd name="connsiteX33" fmla="*/ 3130018 w 3472060"/>
              <a:gd name="connsiteY33" fmla="*/ 112649 h 825932"/>
              <a:gd name="connsiteX34" fmla="*/ 3243551 w 3472060"/>
              <a:gd name="connsiteY34" fmla="*/ 75688 h 825932"/>
              <a:gd name="connsiteX35" fmla="*/ 3356992 w 3472060"/>
              <a:gd name="connsiteY35" fmla="*/ 38197 h 825932"/>
              <a:gd name="connsiteX36" fmla="*/ 3470310 w 3472060"/>
              <a:gd name="connsiteY36" fmla="*/ 0 h 825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472060" h="825932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22C119B-23FE-D36F-F24E-B201A8D16D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930" y="629267"/>
            <a:ext cx="9252154" cy="1016654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300">
                <a:solidFill>
                  <a:srgbClr val="EBEBEB"/>
                </a:solidFill>
              </a:rPr>
              <a:t>Roles</a:t>
            </a:r>
            <a:br>
              <a:rPr lang="en-US" sz="3300">
                <a:solidFill>
                  <a:srgbClr val="EBEBEB"/>
                </a:solidFill>
              </a:rPr>
            </a:br>
            <a:endParaRPr lang="en-US" sz="3300">
              <a:solidFill>
                <a:srgbClr val="EBEBEB"/>
              </a:solidFill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12F7E335-851A-4CAE-B09F-E657819D46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10B541F0-7F6E-402E-84D8-CF96EACA5F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-1" y="1762067"/>
            <a:ext cx="12192418" cy="5095933"/>
          </a:xfrm>
          <a:custGeom>
            <a:avLst/>
            <a:gdLst>
              <a:gd name="connsiteX0" fmla="*/ 1 w 12192418"/>
              <a:gd name="connsiteY0" fmla="*/ 0 h 5095933"/>
              <a:gd name="connsiteX1" fmla="*/ 71932 w 12192418"/>
              <a:gd name="connsiteY1" fmla="*/ 12261 h 5095933"/>
              <a:gd name="connsiteX2" fmla="*/ 282849 w 12192418"/>
              <a:gd name="connsiteY2" fmla="*/ 48343 h 5095933"/>
              <a:gd name="connsiteX3" fmla="*/ 436464 w 12192418"/>
              <a:gd name="connsiteY3" fmla="*/ 73565 h 5095933"/>
              <a:gd name="connsiteX4" fmla="*/ 619339 w 12192418"/>
              <a:gd name="connsiteY4" fmla="*/ 100188 h 5095933"/>
              <a:gd name="connsiteX5" fmla="*/ 836351 w 12192418"/>
              <a:gd name="connsiteY5" fmla="*/ 132066 h 5095933"/>
              <a:gd name="connsiteX6" fmla="*/ 1076528 w 12192418"/>
              <a:gd name="connsiteY6" fmla="*/ 165696 h 5095933"/>
              <a:gd name="connsiteX7" fmla="*/ 1347184 w 12192418"/>
              <a:gd name="connsiteY7" fmla="*/ 201077 h 5095933"/>
              <a:gd name="connsiteX8" fmla="*/ 1642223 w 12192418"/>
              <a:gd name="connsiteY8" fmla="*/ 238560 h 5095933"/>
              <a:gd name="connsiteX9" fmla="*/ 1962864 w 12192418"/>
              <a:gd name="connsiteY9" fmla="*/ 276043 h 5095933"/>
              <a:gd name="connsiteX10" fmla="*/ 2304232 w 12192418"/>
              <a:gd name="connsiteY10" fmla="*/ 314227 h 5095933"/>
              <a:gd name="connsiteX11" fmla="*/ 2672421 w 12192418"/>
              <a:gd name="connsiteY11" fmla="*/ 349608 h 5095933"/>
              <a:gd name="connsiteX12" fmla="*/ 3057678 w 12192418"/>
              <a:gd name="connsiteY12" fmla="*/ 383588 h 5095933"/>
              <a:gd name="connsiteX13" fmla="*/ 3464881 w 12192418"/>
              <a:gd name="connsiteY13" fmla="*/ 414415 h 5095933"/>
              <a:gd name="connsiteX14" fmla="*/ 3889152 w 12192418"/>
              <a:gd name="connsiteY14" fmla="*/ 443841 h 5095933"/>
              <a:gd name="connsiteX15" fmla="*/ 4331710 w 12192418"/>
              <a:gd name="connsiteY15" fmla="*/ 471515 h 5095933"/>
              <a:gd name="connsiteX16" fmla="*/ 4558476 w 12192418"/>
              <a:gd name="connsiteY16" fmla="*/ 481324 h 5095933"/>
              <a:gd name="connsiteX17" fmla="*/ 4790118 w 12192418"/>
              <a:gd name="connsiteY17" fmla="*/ 492183 h 5095933"/>
              <a:gd name="connsiteX18" fmla="*/ 5025418 w 12192418"/>
              <a:gd name="connsiteY18" fmla="*/ 502342 h 5095933"/>
              <a:gd name="connsiteX19" fmla="*/ 5261937 w 12192418"/>
              <a:gd name="connsiteY19" fmla="*/ 508998 h 5095933"/>
              <a:gd name="connsiteX20" fmla="*/ 5503332 w 12192418"/>
              <a:gd name="connsiteY20" fmla="*/ 514953 h 5095933"/>
              <a:gd name="connsiteX21" fmla="*/ 5747167 w 12192418"/>
              <a:gd name="connsiteY21" fmla="*/ 521259 h 5095933"/>
              <a:gd name="connsiteX22" fmla="*/ 5995877 w 12192418"/>
              <a:gd name="connsiteY22" fmla="*/ 525463 h 5095933"/>
              <a:gd name="connsiteX23" fmla="*/ 6247026 w 12192418"/>
              <a:gd name="connsiteY23" fmla="*/ 525463 h 5095933"/>
              <a:gd name="connsiteX24" fmla="*/ 6500613 w 12192418"/>
              <a:gd name="connsiteY24" fmla="*/ 527565 h 5095933"/>
              <a:gd name="connsiteX25" fmla="*/ 6756639 w 12192418"/>
              <a:gd name="connsiteY25" fmla="*/ 525463 h 5095933"/>
              <a:gd name="connsiteX26" fmla="*/ 7016322 w 12192418"/>
              <a:gd name="connsiteY26" fmla="*/ 521259 h 5095933"/>
              <a:gd name="connsiteX27" fmla="*/ 7276005 w 12192418"/>
              <a:gd name="connsiteY27" fmla="*/ 517406 h 5095933"/>
              <a:gd name="connsiteX28" fmla="*/ 7539345 w 12192418"/>
              <a:gd name="connsiteY28" fmla="*/ 508998 h 5095933"/>
              <a:gd name="connsiteX29" fmla="*/ 7805124 w 12192418"/>
              <a:gd name="connsiteY29" fmla="*/ 500241 h 5095933"/>
              <a:gd name="connsiteX30" fmla="*/ 8070903 w 12192418"/>
              <a:gd name="connsiteY30" fmla="*/ 490082 h 5095933"/>
              <a:gd name="connsiteX31" fmla="*/ 8339121 w 12192418"/>
              <a:gd name="connsiteY31" fmla="*/ 475719 h 5095933"/>
              <a:gd name="connsiteX32" fmla="*/ 8609776 w 12192418"/>
              <a:gd name="connsiteY32" fmla="*/ 458554 h 5095933"/>
              <a:gd name="connsiteX33" fmla="*/ 8881651 w 12192418"/>
              <a:gd name="connsiteY33" fmla="*/ 442089 h 5095933"/>
              <a:gd name="connsiteX34" fmla="*/ 9153526 w 12192418"/>
              <a:gd name="connsiteY34" fmla="*/ 421071 h 5095933"/>
              <a:gd name="connsiteX35" fmla="*/ 9429058 w 12192418"/>
              <a:gd name="connsiteY35" fmla="*/ 395849 h 5095933"/>
              <a:gd name="connsiteX36" fmla="*/ 9700933 w 12192418"/>
              <a:gd name="connsiteY36" fmla="*/ 370626 h 5095933"/>
              <a:gd name="connsiteX37" fmla="*/ 9977684 w 12192418"/>
              <a:gd name="connsiteY37" fmla="*/ 341551 h 5095933"/>
              <a:gd name="connsiteX38" fmla="*/ 10255655 w 12192418"/>
              <a:gd name="connsiteY38" fmla="*/ 309673 h 5095933"/>
              <a:gd name="connsiteX39" fmla="*/ 10529968 w 12192418"/>
              <a:gd name="connsiteY39" fmla="*/ 276043 h 5095933"/>
              <a:gd name="connsiteX40" fmla="*/ 10807939 w 12192418"/>
              <a:gd name="connsiteY40" fmla="*/ 236809 h 5095933"/>
              <a:gd name="connsiteX41" fmla="*/ 11084690 w 12192418"/>
              <a:gd name="connsiteY41" fmla="*/ 194772 h 5095933"/>
              <a:gd name="connsiteX42" fmla="*/ 11362661 w 12192418"/>
              <a:gd name="connsiteY42" fmla="*/ 153085 h 5095933"/>
              <a:gd name="connsiteX43" fmla="*/ 11639412 w 12192418"/>
              <a:gd name="connsiteY43" fmla="*/ 104392 h 5095933"/>
              <a:gd name="connsiteX44" fmla="*/ 11914945 w 12192418"/>
              <a:gd name="connsiteY44" fmla="*/ 54648 h 5095933"/>
              <a:gd name="connsiteX45" fmla="*/ 12191696 w 12192418"/>
              <a:gd name="connsiteY45" fmla="*/ 2452 h 5095933"/>
              <a:gd name="connsiteX46" fmla="*/ 12191696 w 12192418"/>
              <a:gd name="connsiteY46" fmla="*/ 2109542 h 5095933"/>
              <a:gd name="connsiteX47" fmla="*/ 12191999 w 12192418"/>
              <a:gd name="connsiteY47" fmla="*/ 2109542 h 5095933"/>
              <a:gd name="connsiteX48" fmla="*/ 12191999 w 12192418"/>
              <a:gd name="connsiteY48" fmla="*/ 2802467 h 5095933"/>
              <a:gd name="connsiteX49" fmla="*/ 12192418 w 12192418"/>
              <a:gd name="connsiteY49" fmla="*/ 2802467 h 5095933"/>
              <a:gd name="connsiteX50" fmla="*/ 12192418 w 12192418"/>
              <a:gd name="connsiteY50" fmla="*/ 5095933 h 5095933"/>
              <a:gd name="connsiteX51" fmla="*/ 1 w 12192418"/>
              <a:gd name="connsiteY51" fmla="*/ 5095933 h 5095933"/>
              <a:gd name="connsiteX52" fmla="*/ 1 w 12192418"/>
              <a:gd name="connsiteY52" fmla="*/ 4074529 h 5095933"/>
              <a:gd name="connsiteX53" fmla="*/ 0 w 12192418"/>
              <a:gd name="connsiteY53" fmla="*/ 4074529 h 5095933"/>
              <a:gd name="connsiteX54" fmla="*/ 0 w 12192418"/>
              <a:gd name="connsiteY54" fmla="*/ 2109542 h 5095933"/>
              <a:gd name="connsiteX55" fmla="*/ 1 w 12192418"/>
              <a:gd name="connsiteY55" fmla="*/ 2109542 h 5095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</a:cxnLst>
            <a:rect l="l" t="t" r="r" b="b"/>
            <a:pathLst>
              <a:path w="12192418" h="5095933">
                <a:moveTo>
                  <a:pt x="1" y="0"/>
                </a:moveTo>
                <a:lnTo>
                  <a:pt x="71932" y="12261"/>
                </a:lnTo>
                <a:lnTo>
                  <a:pt x="282849" y="48343"/>
                </a:lnTo>
                <a:lnTo>
                  <a:pt x="436464" y="73565"/>
                </a:lnTo>
                <a:lnTo>
                  <a:pt x="619339" y="100188"/>
                </a:lnTo>
                <a:lnTo>
                  <a:pt x="836351" y="132066"/>
                </a:lnTo>
                <a:lnTo>
                  <a:pt x="1076528" y="165696"/>
                </a:lnTo>
                <a:lnTo>
                  <a:pt x="1347184" y="201077"/>
                </a:lnTo>
                <a:lnTo>
                  <a:pt x="1642223" y="238560"/>
                </a:lnTo>
                <a:lnTo>
                  <a:pt x="1962864" y="276043"/>
                </a:lnTo>
                <a:lnTo>
                  <a:pt x="2304232" y="314227"/>
                </a:lnTo>
                <a:lnTo>
                  <a:pt x="2672421" y="349608"/>
                </a:lnTo>
                <a:lnTo>
                  <a:pt x="3057678" y="383588"/>
                </a:lnTo>
                <a:lnTo>
                  <a:pt x="3464881" y="414415"/>
                </a:lnTo>
                <a:lnTo>
                  <a:pt x="3889152" y="443841"/>
                </a:lnTo>
                <a:lnTo>
                  <a:pt x="4331710" y="471515"/>
                </a:lnTo>
                <a:lnTo>
                  <a:pt x="4558476" y="481324"/>
                </a:lnTo>
                <a:lnTo>
                  <a:pt x="4790118" y="492183"/>
                </a:lnTo>
                <a:lnTo>
                  <a:pt x="5025418" y="502342"/>
                </a:lnTo>
                <a:lnTo>
                  <a:pt x="5261937" y="508998"/>
                </a:lnTo>
                <a:lnTo>
                  <a:pt x="5503332" y="514953"/>
                </a:lnTo>
                <a:lnTo>
                  <a:pt x="5747167" y="521259"/>
                </a:lnTo>
                <a:lnTo>
                  <a:pt x="5995877" y="525463"/>
                </a:lnTo>
                <a:lnTo>
                  <a:pt x="6247026" y="525463"/>
                </a:lnTo>
                <a:lnTo>
                  <a:pt x="6500613" y="527565"/>
                </a:lnTo>
                <a:lnTo>
                  <a:pt x="6756639" y="525463"/>
                </a:lnTo>
                <a:lnTo>
                  <a:pt x="7016322" y="521259"/>
                </a:lnTo>
                <a:lnTo>
                  <a:pt x="7276005" y="517406"/>
                </a:lnTo>
                <a:lnTo>
                  <a:pt x="7539345" y="508998"/>
                </a:lnTo>
                <a:lnTo>
                  <a:pt x="7805124" y="500241"/>
                </a:lnTo>
                <a:lnTo>
                  <a:pt x="8070903" y="490082"/>
                </a:lnTo>
                <a:lnTo>
                  <a:pt x="8339121" y="475719"/>
                </a:lnTo>
                <a:lnTo>
                  <a:pt x="8609776" y="458554"/>
                </a:lnTo>
                <a:lnTo>
                  <a:pt x="8881651" y="442089"/>
                </a:lnTo>
                <a:lnTo>
                  <a:pt x="9153526" y="421071"/>
                </a:lnTo>
                <a:lnTo>
                  <a:pt x="9429058" y="395849"/>
                </a:lnTo>
                <a:lnTo>
                  <a:pt x="9700933" y="370626"/>
                </a:lnTo>
                <a:lnTo>
                  <a:pt x="9977684" y="341551"/>
                </a:lnTo>
                <a:lnTo>
                  <a:pt x="10255655" y="309673"/>
                </a:lnTo>
                <a:lnTo>
                  <a:pt x="10529968" y="276043"/>
                </a:lnTo>
                <a:lnTo>
                  <a:pt x="10807939" y="236809"/>
                </a:lnTo>
                <a:lnTo>
                  <a:pt x="11084690" y="194772"/>
                </a:lnTo>
                <a:lnTo>
                  <a:pt x="11362661" y="153085"/>
                </a:lnTo>
                <a:lnTo>
                  <a:pt x="11639412" y="104392"/>
                </a:lnTo>
                <a:lnTo>
                  <a:pt x="11914945" y="54648"/>
                </a:lnTo>
                <a:lnTo>
                  <a:pt x="12191696" y="2452"/>
                </a:lnTo>
                <a:lnTo>
                  <a:pt x="12191696" y="2109542"/>
                </a:lnTo>
                <a:lnTo>
                  <a:pt x="12191999" y="2109542"/>
                </a:lnTo>
                <a:lnTo>
                  <a:pt x="12191999" y="2802467"/>
                </a:lnTo>
                <a:lnTo>
                  <a:pt x="12192418" y="2802467"/>
                </a:lnTo>
                <a:lnTo>
                  <a:pt x="12192418" y="5095933"/>
                </a:lnTo>
                <a:lnTo>
                  <a:pt x="1" y="5095933"/>
                </a:lnTo>
                <a:lnTo>
                  <a:pt x="1" y="4074529"/>
                </a:lnTo>
                <a:lnTo>
                  <a:pt x="0" y="4074529"/>
                </a:lnTo>
                <a:lnTo>
                  <a:pt x="0" y="2109542"/>
                </a:lnTo>
                <a:lnTo>
                  <a:pt x="1" y="2109542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315EA523-E84B-76AD-A7FB-B250C5EF30B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58869746"/>
              </p:ext>
            </p:extLst>
          </p:nvPr>
        </p:nvGraphicFramePr>
        <p:xfrm>
          <a:off x="648930" y="2810256"/>
          <a:ext cx="10895370" cy="340427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80194693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4072079d-baf4-4707-8f64-0d9c32ece798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B15724CB8C5034CB315F77C5C30EBB1" ma:contentTypeVersion="9" ma:contentTypeDescription="Create a new document." ma:contentTypeScope="" ma:versionID="cf28b2f95fde2afa5711d3a523247aca">
  <xsd:schema xmlns:xsd="http://www.w3.org/2001/XMLSchema" xmlns:xs="http://www.w3.org/2001/XMLSchema" xmlns:p="http://schemas.microsoft.com/office/2006/metadata/properties" xmlns:ns2="4072079d-baf4-4707-8f64-0d9c32ece798" targetNamespace="http://schemas.microsoft.com/office/2006/metadata/properties" ma:root="true" ma:fieldsID="c8126069617310b3321cb7e8594e0f3c" ns2:_="">
    <xsd:import namespace="4072079d-baf4-4707-8f64-0d9c32ece79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072079d-baf4-4707-8f64-0d9c32ece79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52b6ac8f-c52f-4046-b455-8d0f67d565b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6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D9BC9FD4-4F4A-49C7-913F-28FF14C96B66}">
  <ds:schemaRefs>
    <ds:schemaRef ds:uri="http://schemas.microsoft.com/office/2006/metadata/properties"/>
    <ds:schemaRef ds:uri="http://schemas.microsoft.com/office/infopath/2007/PartnerControls"/>
    <ds:schemaRef ds:uri="4072079d-baf4-4707-8f64-0d9c32ece798"/>
  </ds:schemaRefs>
</ds:datastoreItem>
</file>

<file path=customXml/itemProps2.xml><?xml version="1.0" encoding="utf-8"?>
<ds:datastoreItem xmlns:ds="http://schemas.openxmlformats.org/officeDocument/2006/customXml" ds:itemID="{E13B5397-A0FF-43D4-90AB-DD6BB05D98C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072079d-baf4-4707-8f64-0d9c32ece79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D21E2836-6100-4651-B852-D2A4DCAC61C1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TM02836342[[fn=Ion]]</Template>
  <TotalTime>158</TotalTime>
  <Words>72</Words>
  <Application>Microsoft Office PowerPoint</Application>
  <PresentationFormat>Widescreen</PresentationFormat>
  <Paragraphs>13</Paragraphs>
  <Slides>8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Century Gothic</vt:lpstr>
      <vt:lpstr>Wingdings 3</vt:lpstr>
      <vt:lpstr>Ion</vt:lpstr>
      <vt:lpstr>Visual Presentation #3</vt:lpstr>
      <vt:lpstr>Gen Fitness</vt:lpstr>
      <vt:lpstr>Home Page</vt:lpstr>
      <vt:lpstr>Sign Up Page</vt:lpstr>
      <vt:lpstr>PowerPoint Presentation</vt:lpstr>
      <vt:lpstr>Feedback Input</vt:lpstr>
      <vt:lpstr>Gantt Chart</vt:lpstr>
      <vt:lpstr>Roles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Edward Arroyo</dc:creator>
  <cp:lastModifiedBy>Edward Arroyo</cp:lastModifiedBy>
  <cp:revision>6</cp:revision>
  <dcterms:created xsi:type="dcterms:W3CDTF">2026-09-16T17:02:19Z</dcterms:created>
  <dcterms:modified xsi:type="dcterms:W3CDTF">2026-10-30T20:45:41Z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0x010100DB15724CB8C5034CB315F77C5C30EBB1</vt:lpwstr>
  </property>
  <property fmtid="{D5CDD505-2E9C-101B-9397-08002B2CF9AE}" pid="3" name="MediaServiceImageTags">
    <vt:lpwstr/>
  </property>
</Properties>
</file>