
<file path=[Content_Types].xml><?xml version="1.0" encoding="utf-8"?>
<Types xmlns="http://schemas.openxmlformats.org/package/2006/content-types">
  <Default Extension="jpeg" ContentType="image/jpeg"/>
  <Default Extension="mp4" ContentType="video/mp4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diagrams/data1.xml" ContentType="application/vnd.openxmlformats-officedocument.drawingml.diagramData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Masters/slideMaster1.xml" ContentType="application/vnd.openxmlformats-officedocument.presentationml.slideMaster+xml"/>
  <Override PartName="/ppt/slideLayouts/slideLayout8.xml" ContentType="application/vnd.openxmlformats-officedocument.presentationml.slideLayout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theme/theme1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docProps/core.xml" ContentType="application/vnd.openxmlformats-package.core-properties+xml"/>
  <Override PartName="/docProps/app.xml" ContentType="application/vnd.openxmlformats-officedocument.extended-properties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59" r:id="rId1"/>
  </p:sldMasterIdLst>
  <p:sldIdLst>
    <p:sldId id="256" r:id="rId2"/>
    <p:sldId id="257" r:id="rId3"/>
    <p:sldId id="262" r:id="rId4"/>
    <p:sldId id="263" r:id="rId5"/>
    <p:sldId id="261" r:id="rId6"/>
    <p:sldId id="260" r:id="rId7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105" d="100"/>
          <a:sy n="105" d="100"/>
        </p:scale>
        <p:origin x="834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13" Type="http://schemas.openxmlformats.org/officeDocument/2006/relationships/customXml" Target="../customXml/item2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customXml" Target="../customXml/item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Relationship Id="rId14" Type="http://schemas.openxmlformats.org/officeDocument/2006/relationships/customXml" Target="../customXml/item3.xml"/></Relationships>
</file>

<file path=ppt/diagrams/_rels/data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svg"/><Relationship Id="rId2" Type="http://schemas.openxmlformats.org/officeDocument/2006/relationships/image" Target="../media/image11.svg"/><Relationship Id="rId1" Type="http://schemas.openxmlformats.org/officeDocument/2006/relationships/image" Target="../media/image10.svg"/><Relationship Id="rId4" Type="http://schemas.openxmlformats.org/officeDocument/2006/relationships/image" Target="../media/image13.svg"/></Relationships>
</file>

<file path=ppt/diagrams/_rels/drawing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svg"/><Relationship Id="rId2" Type="http://schemas.openxmlformats.org/officeDocument/2006/relationships/image" Target="../media/image11.svg"/><Relationship Id="rId1" Type="http://schemas.openxmlformats.org/officeDocument/2006/relationships/image" Target="../media/image10.svg"/><Relationship Id="rId4" Type="http://schemas.openxmlformats.org/officeDocument/2006/relationships/image" Target="../media/image13.sv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18/5/colors/Iconchunking_neutralbg_colorful5">
  <dgm:title val=""/>
  <dgm:desc val=""/>
  <dgm:catLst>
    <dgm:cat type="colorful" pri="10500"/>
  </dgm:catLst>
  <dgm:styleLbl name="node0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alignNode1">
    <dgm:fillClrLst>
      <a:schemeClr val="accent5"/>
      <a:schemeClr val="accent6"/>
    </dgm:fillClrLst>
    <dgm:linClrLst>
      <a:schemeClr val="accent5"/>
      <a:schemeClr val="accent6"/>
    </dgm:linClrLst>
    <dgm:effectClrLst/>
    <dgm:txLinClrLst/>
    <dgm:txFillClrLst/>
    <dgm:txEffectClrLst/>
  </dgm:styleLbl>
  <dgm:styleLbl name="ln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5"/>
    </dgm:fillClrLst>
    <dgm:linClrLst meth="repeat">
      <a:schemeClr val="accent5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5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6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1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6">
        <a:tint val="9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6">
        <a:tint val="70000"/>
      </a:schemeClr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>
        <a:tint val="5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5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5">
        <a:tint val="50000"/>
        <a:alpha val="40000"/>
      </a:schemeClr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5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582AF451-5370-46A1-BD8A-95D466BE2165}" type="doc">
      <dgm:prSet loTypeId="urn:microsoft.com/office/officeart/2018/2/layout/IconLabelList" loCatId="icon" qsTypeId="urn:microsoft.com/office/officeart/2005/8/quickstyle/simple1#17" qsCatId="simple" csTypeId="urn:microsoft.com/office/officeart/2018/5/colors/Iconchunking_neutralbg_colorful5" csCatId="colorful" phldr="1"/>
      <dgm:spPr/>
      <dgm:t>
        <a:bodyPr/>
        <a:lstStyle/>
        <a:p>
          <a:endParaRPr lang="en-US"/>
        </a:p>
      </dgm:t>
    </dgm:pt>
    <dgm:pt modelId="{177A6CC9-240D-4290-AFAD-FED3BD3FCCE6}">
      <dgm:prSet/>
      <dgm:spPr/>
      <dgm:t>
        <a:bodyPr/>
        <a:lstStyle/>
        <a:p>
          <a:r>
            <a:rPr lang="en-US" b="0" i="0"/>
            <a:t>Website design and implementation - Jahbari Dessout</a:t>
          </a:r>
          <a:endParaRPr lang="en-US"/>
        </a:p>
      </dgm:t>
    </dgm:pt>
    <dgm:pt modelId="{33F41409-9D78-4977-A80A-22460092B758}" type="parTrans" cxnId="{FEE50CDF-42E8-468B-89E6-97BE805E9F9A}">
      <dgm:prSet/>
      <dgm:spPr/>
      <dgm:t>
        <a:bodyPr/>
        <a:lstStyle/>
        <a:p>
          <a:endParaRPr lang="en-US"/>
        </a:p>
      </dgm:t>
    </dgm:pt>
    <dgm:pt modelId="{2E3A2706-A633-425B-886F-7FE7582A9292}" type="sibTrans" cxnId="{FEE50CDF-42E8-468B-89E6-97BE805E9F9A}">
      <dgm:prSet/>
      <dgm:spPr/>
      <dgm:t>
        <a:bodyPr/>
        <a:lstStyle/>
        <a:p>
          <a:endParaRPr lang="en-US"/>
        </a:p>
      </dgm:t>
    </dgm:pt>
    <dgm:pt modelId="{F6166290-3FF9-4F81-9FD9-01045C3CB443}">
      <dgm:prSet/>
      <dgm:spPr/>
      <dgm:t>
        <a:bodyPr/>
        <a:lstStyle/>
        <a:p>
          <a:r>
            <a:rPr lang="en-US" b="0" i="0"/>
            <a:t>Backend and scripting - William Ferris</a:t>
          </a:r>
          <a:endParaRPr lang="en-US"/>
        </a:p>
      </dgm:t>
    </dgm:pt>
    <dgm:pt modelId="{64466BA1-A5BE-470F-B864-A9EAE34CF13C}" type="parTrans" cxnId="{BC67A695-D8AE-4327-A85A-67E511F64A2F}">
      <dgm:prSet/>
      <dgm:spPr/>
      <dgm:t>
        <a:bodyPr/>
        <a:lstStyle/>
        <a:p>
          <a:endParaRPr lang="en-US"/>
        </a:p>
      </dgm:t>
    </dgm:pt>
    <dgm:pt modelId="{7E723DF0-99C0-4E0C-951F-D0E70F8FC001}" type="sibTrans" cxnId="{BC67A695-D8AE-4327-A85A-67E511F64A2F}">
      <dgm:prSet/>
      <dgm:spPr/>
      <dgm:t>
        <a:bodyPr/>
        <a:lstStyle/>
        <a:p>
          <a:endParaRPr lang="en-US"/>
        </a:p>
      </dgm:t>
    </dgm:pt>
    <dgm:pt modelId="{AA4390FD-1402-42BA-BEE9-4369BF8ACB60}">
      <dgm:prSet/>
      <dgm:spPr/>
      <dgm:t>
        <a:bodyPr/>
        <a:lstStyle/>
        <a:p>
          <a:r>
            <a:rPr lang="en-US" b="0" i="0"/>
            <a:t>Project documentation - Edward Arroyo Diaz &amp; Eliexer Gomez</a:t>
          </a:r>
          <a:endParaRPr lang="en-US"/>
        </a:p>
      </dgm:t>
    </dgm:pt>
    <dgm:pt modelId="{A8BA1796-3BA0-4356-B26A-B6516E4C6834}" type="parTrans" cxnId="{1CC2FCDB-A197-41B0-B8B1-CE48CEB5AD4A}">
      <dgm:prSet/>
      <dgm:spPr/>
      <dgm:t>
        <a:bodyPr/>
        <a:lstStyle/>
        <a:p>
          <a:endParaRPr lang="en-US"/>
        </a:p>
      </dgm:t>
    </dgm:pt>
    <dgm:pt modelId="{11462269-B5DB-487B-AA21-E08747F6555A}" type="sibTrans" cxnId="{1CC2FCDB-A197-41B0-B8B1-CE48CEB5AD4A}">
      <dgm:prSet/>
      <dgm:spPr/>
      <dgm:t>
        <a:bodyPr/>
        <a:lstStyle/>
        <a:p>
          <a:endParaRPr lang="en-US"/>
        </a:p>
      </dgm:t>
    </dgm:pt>
    <dgm:pt modelId="{7BD4FAD9-AA95-40C0-A4E6-898BA5467E61}">
      <dgm:prSet/>
      <dgm:spPr/>
      <dgm:t>
        <a:bodyPr/>
        <a:lstStyle/>
        <a:p>
          <a:r>
            <a:rPr lang="en-US" b="0" i="0"/>
            <a:t>Github repository management - Jahbari Dessout</a:t>
          </a:r>
          <a:endParaRPr lang="en-US"/>
        </a:p>
      </dgm:t>
    </dgm:pt>
    <dgm:pt modelId="{12810988-5B7E-427D-A3B2-53447792A5B5}" type="parTrans" cxnId="{D870EF00-EF9D-4014-B2A0-9B101A54BDF5}">
      <dgm:prSet/>
      <dgm:spPr/>
      <dgm:t>
        <a:bodyPr/>
        <a:lstStyle/>
        <a:p>
          <a:endParaRPr lang="en-US"/>
        </a:p>
      </dgm:t>
    </dgm:pt>
    <dgm:pt modelId="{AE12D7CE-A1CC-4D53-82FF-9901E5E7A83A}" type="sibTrans" cxnId="{D870EF00-EF9D-4014-B2A0-9B101A54BDF5}">
      <dgm:prSet/>
      <dgm:spPr/>
      <dgm:t>
        <a:bodyPr/>
        <a:lstStyle/>
        <a:p>
          <a:endParaRPr lang="en-US"/>
        </a:p>
      </dgm:t>
    </dgm:pt>
    <dgm:pt modelId="{A8BFCE71-C23A-4619-BFD1-6B42CC7D093B}" type="pres">
      <dgm:prSet presAssocID="{582AF451-5370-46A1-BD8A-95D466BE2165}" presName="root" presStyleCnt="0">
        <dgm:presLayoutVars>
          <dgm:dir/>
          <dgm:resizeHandles val="exact"/>
        </dgm:presLayoutVars>
      </dgm:prSet>
      <dgm:spPr/>
    </dgm:pt>
    <dgm:pt modelId="{792BFAA5-B7B9-4082-8C7F-AE92AC991E68}" type="pres">
      <dgm:prSet presAssocID="{177A6CC9-240D-4290-AFAD-FED3BD3FCCE6}" presName="compNode" presStyleCnt="0"/>
      <dgm:spPr/>
    </dgm:pt>
    <dgm:pt modelId="{DB811475-936A-4C94-A446-AFE933ADEE3D}" type="pres">
      <dgm:prSet presAssocID="{177A6CC9-240D-4290-AFAD-FED3BD3FCCE6}" presName="iconRect" presStyleLbl="node1" presStyleIdx="0" presStyleCnt="4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Web Design"/>
        </a:ext>
      </dgm:extLst>
    </dgm:pt>
    <dgm:pt modelId="{67B5EB33-7EC1-4A43-8A15-9DF4213A289E}" type="pres">
      <dgm:prSet presAssocID="{177A6CC9-240D-4290-AFAD-FED3BD3FCCE6}" presName="spaceRect" presStyleCnt="0"/>
      <dgm:spPr/>
    </dgm:pt>
    <dgm:pt modelId="{C1A08691-C7DB-4025-8D61-C32C92AE8FD4}" type="pres">
      <dgm:prSet presAssocID="{177A6CC9-240D-4290-AFAD-FED3BD3FCCE6}" presName="textRect" presStyleLbl="revTx" presStyleIdx="0" presStyleCnt="4">
        <dgm:presLayoutVars>
          <dgm:chMax val="1"/>
          <dgm:chPref val="1"/>
        </dgm:presLayoutVars>
      </dgm:prSet>
      <dgm:spPr/>
    </dgm:pt>
    <dgm:pt modelId="{FC70A9D8-F4CF-4BE4-8662-44427D0EDA57}" type="pres">
      <dgm:prSet presAssocID="{2E3A2706-A633-425B-886F-7FE7582A9292}" presName="sibTrans" presStyleCnt="0"/>
      <dgm:spPr/>
    </dgm:pt>
    <dgm:pt modelId="{D50A7ED2-A4C6-4456-83F5-20A5E1AF5727}" type="pres">
      <dgm:prSet presAssocID="{F6166290-3FF9-4F81-9FD9-01045C3CB443}" presName="compNode" presStyleCnt="0"/>
      <dgm:spPr/>
    </dgm:pt>
    <dgm:pt modelId="{C67E61C8-B305-4B6F-B4F9-BBFF20981F7D}" type="pres">
      <dgm:prSet presAssocID="{F6166290-3FF9-4F81-9FD9-01045C3CB443}" presName="iconRect" presStyleLbl="node1" presStyleIdx="1" presStyleCnt="4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Robot"/>
        </a:ext>
      </dgm:extLst>
    </dgm:pt>
    <dgm:pt modelId="{4056724A-3F02-4CB0-A2D6-0AA861E3808C}" type="pres">
      <dgm:prSet presAssocID="{F6166290-3FF9-4F81-9FD9-01045C3CB443}" presName="spaceRect" presStyleCnt="0"/>
      <dgm:spPr/>
    </dgm:pt>
    <dgm:pt modelId="{480874D6-BA24-49B9-9878-7450970299CF}" type="pres">
      <dgm:prSet presAssocID="{F6166290-3FF9-4F81-9FD9-01045C3CB443}" presName="textRect" presStyleLbl="revTx" presStyleIdx="1" presStyleCnt="4">
        <dgm:presLayoutVars>
          <dgm:chMax val="1"/>
          <dgm:chPref val="1"/>
        </dgm:presLayoutVars>
      </dgm:prSet>
      <dgm:spPr/>
    </dgm:pt>
    <dgm:pt modelId="{E9ABC65F-ACA7-4981-9D1A-3E4CAA1BA5B8}" type="pres">
      <dgm:prSet presAssocID="{7E723DF0-99C0-4E0C-951F-D0E70F8FC001}" presName="sibTrans" presStyleCnt="0"/>
      <dgm:spPr/>
    </dgm:pt>
    <dgm:pt modelId="{F828E6ED-9130-47A9-875E-60F48BADDD8F}" type="pres">
      <dgm:prSet presAssocID="{AA4390FD-1402-42BA-BEE9-4369BF8ACB60}" presName="compNode" presStyleCnt="0"/>
      <dgm:spPr/>
    </dgm:pt>
    <dgm:pt modelId="{80E24EB1-490D-440A-B597-C7BC734C7414}" type="pres">
      <dgm:prSet presAssocID="{AA4390FD-1402-42BA-BEE9-4369BF8ACB60}" presName="iconRect" presStyleLbl="node1" presStyleIdx="2" presStyleCnt="4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Document"/>
        </a:ext>
      </dgm:extLst>
    </dgm:pt>
    <dgm:pt modelId="{844E84FF-7091-45AD-9FA4-9CA283F5B9FF}" type="pres">
      <dgm:prSet presAssocID="{AA4390FD-1402-42BA-BEE9-4369BF8ACB60}" presName="spaceRect" presStyleCnt="0"/>
      <dgm:spPr/>
    </dgm:pt>
    <dgm:pt modelId="{9558A582-41B4-47EA-9245-355EE71E86E1}" type="pres">
      <dgm:prSet presAssocID="{AA4390FD-1402-42BA-BEE9-4369BF8ACB60}" presName="textRect" presStyleLbl="revTx" presStyleIdx="2" presStyleCnt="4">
        <dgm:presLayoutVars>
          <dgm:chMax val="1"/>
          <dgm:chPref val="1"/>
        </dgm:presLayoutVars>
      </dgm:prSet>
      <dgm:spPr/>
    </dgm:pt>
    <dgm:pt modelId="{E997BC9A-62B2-4360-883A-125D03581218}" type="pres">
      <dgm:prSet presAssocID="{11462269-B5DB-487B-AA21-E08747F6555A}" presName="sibTrans" presStyleCnt="0"/>
      <dgm:spPr/>
    </dgm:pt>
    <dgm:pt modelId="{B4D049F0-7985-4D4C-9798-157DFCBF60E2}" type="pres">
      <dgm:prSet presAssocID="{7BD4FAD9-AA95-40C0-A4E6-898BA5467E61}" presName="compNode" presStyleCnt="0"/>
      <dgm:spPr/>
    </dgm:pt>
    <dgm:pt modelId="{0FCA4EA9-1F57-4B90-8D50-AA4AAEADEE75}" type="pres">
      <dgm:prSet presAssocID="{7BD4FAD9-AA95-40C0-A4E6-898BA5467E61}" presName="iconRect" presStyleLbl="node1" presStyleIdx="3" presStyleCnt="4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Open Folder"/>
        </a:ext>
      </dgm:extLst>
    </dgm:pt>
    <dgm:pt modelId="{EBF208EB-BD45-4ADC-8D9F-E72888BE69B7}" type="pres">
      <dgm:prSet presAssocID="{7BD4FAD9-AA95-40C0-A4E6-898BA5467E61}" presName="spaceRect" presStyleCnt="0"/>
      <dgm:spPr/>
    </dgm:pt>
    <dgm:pt modelId="{A6856614-5350-4174-AE09-5C9DE9463BA5}" type="pres">
      <dgm:prSet presAssocID="{7BD4FAD9-AA95-40C0-A4E6-898BA5467E61}" presName="textRect" presStyleLbl="revTx" presStyleIdx="3" presStyleCnt="4">
        <dgm:presLayoutVars>
          <dgm:chMax val="1"/>
          <dgm:chPref val="1"/>
        </dgm:presLayoutVars>
      </dgm:prSet>
      <dgm:spPr/>
    </dgm:pt>
  </dgm:ptLst>
  <dgm:cxnLst>
    <dgm:cxn modelId="{D870EF00-EF9D-4014-B2A0-9B101A54BDF5}" srcId="{582AF451-5370-46A1-BD8A-95D466BE2165}" destId="{7BD4FAD9-AA95-40C0-A4E6-898BA5467E61}" srcOrd="3" destOrd="0" parTransId="{12810988-5B7E-427D-A3B2-53447792A5B5}" sibTransId="{AE12D7CE-A1CC-4D53-82FF-9901E5E7A83A}"/>
    <dgm:cxn modelId="{BDCCC326-878D-4675-8325-F58D60C15356}" type="presOf" srcId="{177A6CC9-240D-4290-AFAD-FED3BD3FCCE6}" destId="{C1A08691-C7DB-4025-8D61-C32C92AE8FD4}" srcOrd="0" destOrd="0" presId="urn:microsoft.com/office/officeart/2018/2/layout/IconLabelList"/>
    <dgm:cxn modelId="{676AFA62-6C9C-4324-BC80-59478241E1BB}" type="presOf" srcId="{F6166290-3FF9-4F81-9FD9-01045C3CB443}" destId="{480874D6-BA24-49B9-9878-7450970299CF}" srcOrd="0" destOrd="0" presId="urn:microsoft.com/office/officeart/2018/2/layout/IconLabelList"/>
    <dgm:cxn modelId="{18169D81-FF01-4811-B3FC-BFBB226682A6}" type="presOf" srcId="{582AF451-5370-46A1-BD8A-95D466BE2165}" destId="{A8BFCE71-C23A-4619-BFD1-6B42CC7D093B}" srcOrd="0" destOrd="0" presId="urn:microsoft.com/office/officeart/2018/2/layout/IconLabelList"/>
    <dgm:cxn modelId="{BC67A695-D8AE-4327-A85A-67E511F64A2F}" srcId="{582AF451-5370-46A1-BD8A-95D466BE2165}" destId="{F6166290-3FF9-4F81-9FD9-01045C3CB443}" srcOrd="1" destOrd="0" parTransId="{64466BA1-A5BE-470F-B864-A9EAE34CF13C}" sibTransId="{7E723DF0-99C0-4E0C-951F-D0E70F8FC001}"/>
    <dgm:cxn modelId="{BD1669DA-8DEE-4021-A730-8B08E876B790}" type="presOf" srcId="{AA4390FD-1402-42BA-BEE9-4369BF8ACB60}" destId="{9558A582-41B4-47EA-9245-355EE71E86E1}" srcOrd="0" destOrd="0" presId="urn:microsoft.com/office/officeart/2018/2/layout/IconLabelList"/>
    <dgm:cxn modelId="{1CC2FCDB-A197-41B0-B8B1-CE48CEB5AD4A}" srcId="{582AF451-5370-46A1-BD8A-95D466BE2165}" destId="{AA4390FD-1402-42BA-BEE9-4369BF8ACB60}" srcOrd="2" destOrd="0" parTransId="{A8BA1796-3BA0-4356-B26A-B6516E4C6834}" sibTransId="{11462269-B5DB-487B-AA21-E08747F6555A}"/>
    <dgm:cxn modelId="{FEE50CDF-42E8-468B-89E6-97BE805E9F9A}" srcId="{582AF451-5370-46A1-BD8A-95D466BE2165}" destId="{177A6CC9-240D-4290-AFAD-FED3BD3FCCE6}" srcOrd="0" destOrd="0" parTransId="{33F41409-9D78-4977-A80A-22460092B758}" sibTransId="{2E3A2706-A633-425B-886F-7FE7582A9292}"/>
    <dgm:cxn modelId="{0BA193F1-2E05-4532-BBDB-80FA2052BA04}" type="presOf" srcId="{7BD4FAD9-AA95-40C0-A4E6-898BA5467E61}" destId="{A6856614-5350-4174-AE09-5C9DE9463BA5}" srcOrd="0" destOrd="0" presId="urn:microsoft.com/office/officeart/2018/2/layout/IconLabelList"/>
    <dgm:cxn modelId="{BF346DF7-8F74-405C-BFA5-ADB45AB8FE1D}" type="presParOf" srcId="{A8BFCE71-C23A-4619-BFD1-6B42CC7D093B}" destId="{792BFAA5-B7B9-4082-8C7F-AE92AC991E68}" srcOrd="0" destOrd="0" presId="urn:microsoft.com/office/officeart/2018/2/layout/IconLabelList"/>
    <dgm:cxn modelId="{FE65623C-4E02-4DD2-AADD-AFF48062BB78}" type="presParOf" srcId="{792BFAA5-B7B9-4082-8C7F-AE92AC991E68}" destId="{DB811475-936A-4C94-A446-AFE933ADEE3D}" srcOrd="0" destOrd="0" presId="urn:microsoft.com/office/officeart/2018/2/layout/IconLabelList"/>
    <dgm:cxn modelId="{FFE1D572-256B-4DBD-9EF4-EE5C914453F7}" type="presParOf" srcId="{792BFAA5-B7B9-4082-8C7F-AE92AC991E68}" destId="{67B5EB33-7EC1-4A43-8A15-9DF4213A289E}" srcOrd="1" destOrd="0" presId="urn:microsoft.com/office/officeart/2018/2/layout/IconLabelList"/>
    <dgm:cxn modelId="{A8B0C09E-161B-43FE-907C-E6F4D349276F}" type="presParOf" srcId="{792BFAA5-B7B9-4082-8C7F-AE92AC991E68}" destId="{C1A08691-C7DB-4025-8D61-C32C92AE8FD4}" srcOrd="2" destOrd="0" presId="urn:microsoft.com/office/officeart/2018/2/layout/IconLabelList"/>
    <dgm:cxn modelId="{F7427B2B-1F09-4A92-B3F0-91BBFA8EB982}" type="presParOf" srcId="{A8BFCE71-C23A-4619-BFD1-6B42CC7D093B}" destId="{FC70A9D8-F4CF-4BE4-8662-44427D0EDA57}" srcOrd="1" destOrd="0" presId="urn:microsoft.com/office/officeart/2018/2/layout/IconLabelList"/>
    <dgm:cxn modelId="{C3A03B04-19E7-45D3-BE66-10C494ABE93D}" type="presParOf" srcId="{A8BFCE71-C23A-4619-BFD1-6B42CC7D093B}" destId="{D50A7ED2-A4C6-4456-83F5-20A5E1AF5727}" srcOrd="2" destOrd="0" presId="urn:microsoft.com/office/officeart/2018/2/layout/IconLabelList"/>
    <dgm:cxn modelId="{CAB6AA87-3F1A-49CE-A4C8-27B88958F343}" type="presParOf" srcId="{D50A7ED2-A4C6-4456-83F5-20A5E1AF5727}" destId="{C67E61C8-B305-4B6F-B4F9-BBFF20981F7D}" srcOrd="0" destOrd="0" presId="urn:microsoft.com/office/officeart/2018/2/layout/IconLabelList"/>
    <dgm:cxn modelId="{A1B87CD9-103E-4DB5-BC2C-A5F3F3CF398B}" type="presParOf" srcId="{D50A7ED2-A4C6-4456-83F5-20A5E1AF5727}" destId="{4056724A-3F02-4CB0-A2D6-0AA861E3808C}" srcOrd="1" destOrd="0" presId="urn:microsoft.com/office/officeart/2018/2/layout/IconLabelList"/>
    <dgm:cxn modelId="{D676BBE0-EFF7-42A3-806C-2B5A16BFE9BF}" type="presParOf" srcId="{D50A7ED2-A4C6-4456-83F5-20A5E1AF5727}" destId="{480874D6-BA24-49B9-9878-7450970299CF}" srcOrd="2" destOrd="0" presId="urn:microsoft.com/office/officeart/2018/2/layout/IconLabelList"/>
    <dgm:cxn modelId="{0E1DDFB3-F9B2-4BE6-AAAB-48DA87B5234B}" type="presParOf" srcId="{A8BFCE71-C23A-4619-BFD1-6B42CC7D093B}" destId="{E9ABC65F-ACA7-4981-9D1A-3E4CAA1BA5B8}" srcOrd="3" destOrd="0" presId="urn:microsoft.com/office/officeart/2018/2/layout/IconLabelList"/>
    <dgm:cxn modelId="{AE464CA5-A276-49B1-8D02-4381A4215D6A}" type="presParOf" srcId="{A8BFCE71-C23A-4619-BFD1-6B42CC7D093B}" destId="{F828E6ED-9130-47A9-875E-60F48BADDD8F}" srcOrd="4" destOrd="0" presId="urn:microsoft.com/office/officeart/2018/2/layout/IconLabelList"/>
    <dgm:cxn modelId="{A90A32D1-7247-417C-9846-72EEDEF21940}" type="presParOf" srcId="{F828E6ED-9130-47A9-875E-60F48BADDD8F}" destId="{80E24EB1-490D-440A-B597-C7BC734C7414}" srcOrd="0" destOrd="0" presId="urn:microsoft.com/office/officeart/2018/2/layout/IconLabelList"/>
    <dgm:cxn modelId="{8095F3B8-086A-4BE4-AFD3-1CA42922253C}" type="presParOf" srcId="{F828E6ED-9130-47A9-875E-60F48BADDD8F}" destId="{844E84FF-7091-45AD-9FA4-9CA283F5B9FF}" srcOrd="1" destOrd="0" presId="urn:microsoft.com/office/officeart/2018/2/layout/IconLabelList"/>
    <dgm:cxn modelId="{6F2C0346-EF19-4230-A9B8-FBDBF36EAC94}" type="presParOf" srcId="{F828E6ED-9130-47A9-875E-60F48BADDD8F}" destId="{9558A582-41B4-47EA-9245-355EE71E86E1}" srcOrd="2" destOrd="0" presId="urn:microsoft.com/office/officeart/2018/2/layout/IconLabelList"/>
    <dgm:cxn modelId="{AACBB2F2-98B5-4588-9B75-3C8F6FEBDEB8}" type="presParOf" srcId="{A8BFCE71-C23A-4619-BFD1-6B42CC7D093B}" destId="{E997BC9A-62B2-4360-883A-125D03581218}" srcOrd="5" destOrd="0" presId="urn:microsoft.com/office/officeart/2018/2/layout/IconLabelList"/>
    <dgm:cxn modelId="{753E6624-F9DE-4D5E-923F-12E4CE42818A}" type="presParOf" srcId="{A8BFCE71-C23A-4619-BFD1-6B42CC7D093B}" destId="{B4D049F0-7985-4D4C-9798-157DFCBF60E2}" srcOrd="6" destOrd="0" presId="urn:microsoft.com/office/officeart/2018/2/layout/IconLabelList"/>
    <dgm:cxn modelId="{8580D0B6-6F46-4B7F-B2F4-F492E2B98B3D}" type="presParOf" srcId="{B4D049F0-7985-4D4C-9798-157DFCBF60E2}" destId="{0FCA4EA9-1F57-4B90-8D50-AA4AAEADEE75}" srcOrd="0" destOrd="0" presId="urn:microsoft.com/office/officeart/2018/2/layout/IconLabelList"/>
    <dgm:cxn modelId="{72F9E846-6F44-4222-9122-7762CCD3D857}" type="presParOf" srcId="{B4D049F0-7985-4D4C-9798-157DFCBF60E2}" destId="{EBF208EB-BD45-4ADC-8D9F-E72888BE69B7}" srcOrd="1" destOrd="0" presId="urn:microsoft.com/office/officeart/2018/2/layout/IconLabelList"/>
    <dgm:cxn modelId="{4557C351-00D9-42F8-84C0-A3005C7D568B}" type="presParOf" srcId="{B4D049F0-7985-4D4C-9798-157DFCBF60E2}" destId="{A6856614-5350-4174-AE09-5C9DE9463BA5}" srcOrd="2" destOrd="0" presId="urn:microsoft.com/office/officeart/2018/2/layout/IconLabel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DB811475-936A-4C94-A446-AFE933ADEE3D}">
      <dsp:nvSpPr>
        <dsp:cNvPr id="0" name=""/>
        <dsp:cNvSpPr/>
      </dsp:nvSpPr>
      <dsp:spPr>
        <a:xfrm>
          <a:off x="740369" y="651654"/>
          <a:ext cx="1065807" cy="1065807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"/>
              </a:ext>
            </a:extLst>
          </a:blip>
          <a:stretch>
            <a:fillRect/>
          </a:stretch>
        </a:blipFill>
        <a:ln w="19050" cap="rnd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C1A08691-C7DB-4025-8D61-C32C92AE8FD4}">
      <dsp:nvSpPr>
        <dsp:cNvPr id="0" name=""/>
        <dsp:cNvSpPr/>
      </dsp:nvSpPr>
      <dsp:spPr>
        <a:xfrm>
          <a:off x="89042" y="2032622"/>
          <a:ext cx="236846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b="0" i="0" kern="1200"/>
            <a:t>Website design and implementation - Jahbari Dessout</a:t>
          </a:r>
          <a:endParaRPr lang="en-US" sz="1600" kern="1200"/>
        </a:p>
      </dsp:txBody>
      <dsp:txXfrm>
        <a:off x="89042" y="2032622"/>
        <a:ext cx="2368460" cy="720000"/>
      </dsp:txXfrm>
    </dsp:sp>
    <dsp:sp modelId="{C67E61C8-B305-4B6F-B4F9-BBFF20981F7D}">
      <dsp:nvSpPr>
        <dsp:cNvPr id="0" name=""/>
        <dsp:cNvSpPr/>
      </dsp:nvSpPr>
      <dsp:spPr>
        <a:xfrm>
          <a:off x="3523310" y="651654"/>
          <a:ext cx="1065807" cy="1065807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9050" cap="rnd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480874D6-BA24-49B9-9878-7450970299CF}">
      <dsp:nvSpPr>
        <dsp:cNvPr id="0" name=""/>
        <dsp:cNvSpPr/>
      </dsp:nvSpPr>
      <dsp:spPr>
        <a:xfrm>
          <a:off x="2871984" y="2032622"/>
          <a:ext cx="236846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b="0" i="0" kern="1200"/>
            <a:t>Backend and scripting - William Ferris</a:t>
          </a:r>
          <a:endParaRPr lang="en-US" sz="1600" kern="1200"/>
        </a:p>
      </dsp:txBody>
      <dsp:txXfrm>
        <a:off x="2871984" y="2032622"/>
        <a:ext cx="2368460" cy="720000"/>
      </dsp:txXfrm>
    </dsp:sp>
    <dsp:sp modelId="{80E24EB1-490D-440A-B597-C7BC734C7414}">
      <dsp:nvSpPr>
        <dsp:cNvPr id="0" name=""/>
        <dsp:cNvSpPr/>
      </dsp:nvSpPr>
      <dsp:spPr>
        <a:xfrm>
          <a:off x="6306251" y="651654"/>
          <a:ext cx="1065807" cy="1065807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a:blipFill>
        <a:ln w="19050" cap="rnd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9558A582-41B4-47EA-9245-355EE71E86E1}">
      <dsp:nvSpPr>
        <dsp:cNvPr id="0" name=""/>
        <dsp:cNvSpPr/>
      </dsp:nvSpPr>
      <dsp:spPr>
        <a:xfrm>
          <a:off x="5654925" y="2032622"/>
          <a:ext cx="236846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b="0" i="0" kern="1200"/>
            <a:t>Project documentation - Edward Arroyo Diaz &amp; Eliexer Gomez</a:t>
          </a:r>
          <a:endParaRPr lang="en-US" sz="1600" kern="1200"/>
        </a:p>
      </dsp:txBody>
      <dsp:txXfrm>
        <a:off x="5654925" y="2032622"/>
        <a:ext cx="2368460" cy="720000"/>
      </dsp:txXfrm>
    </dsp:sp>
    <dsp:sp modelId="{0FCA4EA9-1F57-4B90-8D50-AA4AAEADEE75}">
      <dsp:nvSpPr>
        <dsp:cNvPr id="0" name=""/>
        <dsp:cNvSpPr/>
      </dsp:nvSpPr>
      <dsp:spPr>
        <a:xfrm>
          <a:off x="9089193" y="651654"/>
          <a:ext cx="1065807" cy="1065807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9050" cap="rnd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A6856614-5350-4174-AE09-5C9DE9463BA5}">
      <dsp:nvSpPr>
        <dsp:cNvPr id="0" name=""/>
        <dsp:cNvSpPr/>
      </dsp:nvSpPr>
      <dsp:spPr>
        <a:xfrm>
          <a:off x="8437866" y="2032622"/>
          <a:ext cx="236846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b="0" i="0" kern="1200"/>
            <a:t>Github repository management - Jahbari Dessout</a:t>
          </a:r>
          <a:endParaRPr lang="en-US" sz="1600" kern="1200"/>
        </a:p>
      </dsp:txBody>
      <dsp:txXfrm>
        <a:off x="8437866" y="2032622"/>
        <a:ext cx="2368460" cy="720000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18/2/layout/IconLabelList">
  <dgm:title val="Icon Label List"/>
  <dgm:desc val="Use to show non-sequential or grouped chunks of information accompanied by a related visuals. Works best with icons or small pictures with short text ca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snake">
          <dgm:param type="grDir" val="tL"/>
          <dgm:param type="flowDir" val="row"/>
          <dgm:param type="contDir" val="sameDir"/>
          <dgm:param type="off" val="ctr"/>
          <dgm:param type="vertAlign" val="mid"/>
          <dgm:param type="horzAlign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  <dgm:param type="vertAlign" val="mid"/>
          <dgm:param type="horzAlign" val="ct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2">
        <dgm:constrLst>
          <dgm:constr type="h" for="ch" forName="compNode" refType="h" fact="0.4"/>
          <dgm:constr type="w" for="ch" forName="compNode" val="12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50"/>
          <dgm:constr type="h" for="des" forName="compNode" op="equ"/>
          <dgm:constr type="h" for="des" forName="textRect" op="equ"/>
        </dgm:constrLst>
      </dgm:if>
      <dgm:if name="Name5" axis="ch" ptType="node" func="cnt" op="lte" val="4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36"/>
          <dgm:constr type="h" for="des" forName="compNode" op="equ"/>
          <dgm:constr type="h" for="des" forName="textRect" op="equ"/>
        </dgm:constrLst>
      </dgm:if>
      <dgm:else name="Name6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24"/>
          <dgm:constr type="h" for="des" forName="compNode" op="equ"/>
          <dgm:constr type="h" for="des" forName="textRect" op="equ"/>
        </dgm:constrLst>
      </dgm:else>
    </dgm:choose>
    <dgm:ruleLst>
      <dgm:rule type="w" for="ch" forName="compNode" val="50" fact="NaN" max="NaN"/>
    </dgm:ruleLst>
    <dgm:forEach name="Name7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Rect" refType="w" fact="0.45"/>
          <dgm:constr type="h" for="ch" forName="iconRect" refType="w" refFor="ch" refForName="iconRect"/>
          <dgm:constr type="ctrX" for="ch" forName="iconRect" refType="w" fact="0.5"/>
          <dgm:constr type="t" for="ch" forName="iconRect"/>
          <dgm:constr type="h" for="ch" forName="spaceRect" refType="h" fact="0.15"/>
          <dgm:constr type="w" for="ch" forName="spaceRect" refType="w"/>
          <dgm:constr type="l" for="ch" forName="spaceRect"/>
          <dgm:constr type="t" for="ch" forName="spaceRect" refType="b" refFor="ch" refForName="iconRect"/>
          <dgm:constr type="h" for="ch" forName="textRect" val="20"/>
          <dgm:constr type="w" for="ch" forName="textRect" refType="w"/>
          <dgm:constr type="l" for="ch" forName="textRect"/>
          <dgm:constr type="t" for="ch" forName="textRect" refType="b" refFor="ch" refForName="spaceRect"/>
        </dgm:constrLst>
        <dgm:ruleLst>
          <dgm:rule type="h" val="INF" fact="NaN" max="NaN"/>
        </dgm:ruleLst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textRect" styleLbl="revTx">
          <dgm:varLst>
            <dgm:chMax val="1"/>
            <dgm:chPref val="1"/>
          </dgm:varLst>
          <dgm:alg type="tx"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1" fact="NaN" max="NaN"/>
            <dgm:rule type="h" val="INF" fact="NaN" max="NaN"/>
          </dgm:ruleLst>
        </dgm:layoutNode>
      </dgm:layoutNode>
      <dgm:forEach name="Name8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</dgm1612:lstStyle>
    </a:ext>
  </dgm:extLst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#17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54955" y="1447800"/>
            <a:ext cx="8825658" cy="3329581"/>
          </a:xfrm>
        </p:spPr>
        <p:txBody>
          <a:bodyPr anchor="b"/>
          <a:lstStyle>
            <a:lvl1pPr>
              <a:defRPr sz="7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54955" y="4777380"/>
            <a:ext cx="8825658" cy="861420"/>
          </a:xfrm>
        </p:spPr>
        <p:txBody>
          <a:bodyPr anchor="t"/>
          <a:lstStyle>
            <a:lvl1pPr marL="0" indent="0" algn="l">
              <a:buNone/>
              <a:defRPr cap="all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9FA483-272B-4955-898B-96C5385F1728}" type="datetimeFigureOut">
              <a:rPr lang="en-US" smtClean="0"/>
              <a:t>10/9/2026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15E3AF-7361-4E17-9854-AB5790B0D6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6849539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9FA483-272B-4955-898B-96C5385F1728}" type="datetimeFigureOut">
              <a:rPr lang="en-US" smtClean="0"/>
              <a:t>10/9/2026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15E3AF-7361-4E17-9854-AB5790B0D6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7695995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6" y="2861733"/>
            <a:ext cx="8825657" cy="1915647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5" y="4777381"/>
            <a:ext cx="8825658" cy="860400"/>
          </a:xfrm>
        </p:spPr>
        <p:txBody>
          <a:bodyPr anchor="t"/>
          <a:lstStyle>
            <a:lvl1pPr marL="0" indent="0" algn="l">
              <a:buNone/>
              <a:defRPr sz="2000" cap="all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9FA483-272B-4955-898B-96C5385F1728}" type="datetimeFigureOut">
              <a:rPr lang="en-US" smtClean="0"/>
              <a:t>10/9/2026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15E3AF-7361-4E17-9854-AB5790B0D6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0420095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03312" y="2060575"/>
            <a:ext cx="4396339" cy="4195763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654493" y="2056092"/>
            <a:ext cx="4396341" cy="4200245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9FA483-272B-4955-898B-96C5385F1728}" type="datetimeFigureOut">
              <a:rPr lang="en-US" smtClean="0"/>
              <a:t>10/9/2026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15E3AF-7361-4E17-9854-AB5790B0D6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425603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03313" y="1905000"/>
            <a:ext cx="439633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03312" y="2514600"/>
            <a:ext cx="4396339" cy="3741738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654495" y="1905000"/>
            <a:ext cx="4396339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654495" y="2514600"/>
            <a:ext cx="4396339" cy="3741738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9FA483-272B-4955-898B-96C5385F1728}" type="datetimeFigureOut">
              <a:rPr lang="en-US" smtClean="0"/>
              <a:t>10/9/2026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15E3AF-7361-4E17-9854-AB5790B0D6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7080185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9FA483-272B-4955-898B-96C5385F1728}" type="datetimeFigureOut">
              <a:rPr lang="en-US" smtClean="0"/>
              <a:t>10/9/2026</a:t>
            </a:fld>
            <a:endParaRPr lang="en-US"/>
          </a:p>
        </p:txBody>
      </p:sp>
      <p:sp>
        <p:nvSpPr>
          <p:cNvPr id="5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15E3AF-7361-4E17-9854-AB5790B0D6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2406525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9FA483-272B-4955-898B-96C5385F1728}" type="datetimeFigureOut">
              <a:rPr lang="en-US" smtClean="0"/>
              <a:t>10/9/2026</a:t>
            </a:fld>
            <a:endParaRPr lang="en-US"/>
          </a:p>
        </p:txBody>
      </p:sp>
      <p:sp>
        <p:nvSpPr>
          <p:cNvPr id="5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15E3AF-7361-4E17-9854-AB5790B0D6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0035770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3" y="1447800"/>
            <a:ext cx="3401064" cy="1447800"/>
          </a:xfrm>
        </p:spPr>
        <p:txBody>
          <a:bodyPr anchor="b"/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84616" y="1447800"/>
            <a:ext cx="5195997" cy="4572000"/>
          </a:xfrm>
        </p:spPr>
        <p:txBody>
          <a:bodyPr anchor="ctr"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3" y="3129280"/>
            <a:ext cx="3401063" cy="2895599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9FA483-272B-4955-898B-96C5385F1728}" type="datetimeFigureOut">
              <a:rPr lang="en-US" smtClean="0"/>
              <a:t>10/9/2026</a:t>
            </a:fld>
            <a:endParaRPr lang="en-US"/>
          </a:p>
        </p:txBody>
      </p:sp>
      <p:sp>
        <p:nvSpPr>
          <p:cNvPr id="5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15E3AF-7361-4E17-9854-AB5790B0D6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0389114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3907" y="1854192"/>
            <a:ext cx="5092906" cy="1574808"/>
          </a:xfrm>
        </p:spPr>
        <p:txBody>
          <a:bodyPr anchor="b">
            <a:normAutofit/>
          </a:bodyPr>
          <a:lstStyle>
            <a:lvl1pPr algn="l">
              <a:defRPr sz="36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949546" y="1143000"/>
            <a:ext cx="3200400" cy="4572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3657600"/>
            <a:ext cx="5084979" cy="1371600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9FA483-272B-4955-898B-96C5385F1728}" type="datetimeFigureOut">
              <a:rPr lang="en-US" smtClean="0"/>
              <a:t>10/9/2026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15E3AF-7361-4E17-9854-AB5790B0D6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3800203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6" y="4800587"/>
            <a:ext cx="882565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54955" y="685800"/>
            <a:ext cx="8825658" cy="3640666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6" y="5367325"/>
            <a:ext cx="8825656" cy="493712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9FA483-272B-4955-898B-96C5385F1728}" type="datetimeFigureOut">
              <a:rPr lang="en-US" smtClean="0"/>
              <a:t>10/9/2026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15E3AF-7361-4E17-9854-AB5790B0D6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0878674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1447800"/>
            <a:ext cx="8825659" cy="1981200"/>
          </a:xfrm>
        </p:spPr>
        <p:txBody>
          <a:bodyPr/>
          <a:lstStyle>
            <a:lvl1pPr>
              <a:defRPr sz="4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3657600"/>
            <a:ext cx="8825659" cy="23622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9FA483-272B-4955-898B-96C5385F1728}" type="datetimeFigureOut">
              <a:rPr lang="en-US" smtClean="0"/>
              <a:t>10/9/2026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15E3AF-7361-4E17-9854-AB5790B0D6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41009326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74801" y="1447800"/>
            <a:ext cx="7999315" cy="2323374"/>
          </a:xfrm>
        </p:spPr>
        <p:txBody>
          <a:bodyPr/>
          <a:lstStyle>
            <a:lvl1pPr>
              <a:defRPr sz="4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1" name="Text Placeholder 3"/>
          <p:cNvSpPr>
            <a:spLocks noGrp="1"/>
          </p:cNvSpPr>
          <p:nvPr>
            <p:ph type="body" sz="half" idx="14"/>
          </p:nvPr>
        </p:nvSpPr>
        <p:spPr>
          <a:xfrm>
            <a:off x="1930400" y="3771174"/>
            <a:ext cx="7279649" cy="342174"/>
          </a:xfrm>
        </p:spPr>
        <p:txBody>
          <a:bodyPr vert="horz" lIns="91440" tIns="45720" rIns="91440" bIns="45720" rtlCol="0" anchor="t">
            <a:normAutofit/>
          </a:bodyPr>
          <a:lstStyle>
            <a:lvl1pPr marL="0" indent="0">
              <a:buNone/>
              <a:defRPr lang="en-US" sz="1400" b="0" i="0" kern="1200" cap="small" dirty="0">
                <a:solidFill>
                  <a:schemeClr val="bg2">
                    <a:lumMod val="40000"/>
                    <a:lumOff val="60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marL="0" lvl="0" indent="0"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4350657"/>
            <a:ext cx="8825659" cy="16764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9FA483-272B-4955-898B-96C5385F1728}" type="datetimeFigureOut">
              <a:rPr lang="en-US" smtClean="0"/>
              <a:t>10/9/2026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15E3AF-7361-4E17-9854-AB5790B0D6BF}" type="slidenum">
              <a:rPr lang="en-US" smtClean="0"/>
              <a:t>‹#›</a:t>
            </a:fld>
            <a:endParaRPr lang="en-US"/>
          </a:p>
        </p:txBody>
      </p:sp>
      <p:sp>
        <p:nvSpPr>
          <p:cNvPr id="12" name="TextBox 11"/>
          <p:cNvSpPr txBox="1"/>
          <p:nvPr/>
        </p:nvSpPr>
        <p:spPr>
          <a:xfrm>
            <a:off x="898295" y="971253"/>
            <a:ext cx="801912" cy="19697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r">
              <a:defRPr sz="12200" b="0" i="0">
                <a:solidFill>
                  <a:schemeClr val="bg2">
                    <a:lumMod val="40000"/>
                    <a:lumOff val="60000"/>
                  </a:schemeClr>
                </a:solidFill>
                <a:latin typeface="Arial"/>
                <a:ea typeface="+mj-ea"/>
                <a:cs typeface="+mj-cs"/>
              </a:defRPr>
            </a:lvl1pPr>
          </a:lstStyle>
          <a:p>
            <a:pPr lvl="0"/>
            <a:r>
              <a:rPr lang="en-US" dirty="0"/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330490" y="2613787"/>
            <a:ext cx="801912" cy="19697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r">
              <a:defRPr sz="12200" b="0" i="0">
                <a:solidFill>
                  <a:schemeClr val="bg2">
                    <a:lumMod val="40000"/>
                    <a:lumOff val="60000"/>
                  </a:schemeClr>
                </a:solidFill>
                <a:latin typeface="Arial"/>
                <a:ea typeface="+mj-ea"/>
                <a:cs typeface="+mj-cs"/>
              </a:defRPr>
            </a:lvl1pPr>
          </a:lstStyle>
          <a:p>
            <a:pPr lvl="0"/>
            <a:r>
              <a:rPr lang="en-US" dirty="0"/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1620219519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3124201"/>
            <a:ext cx="8825660" cy="1653180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4777381"/>
            <a:ext cx="8825659" cy="860400"/>
          </a:xfrm>
        </p:spPr>
        <p:txBody>
          <a:bodyPr anchor="t"/>
          <a:lstStyle>
            <a:lvl1pPr marL="0" indent="0" algn="l">
              <a:buNone/>
              <a:defRPr sz="2000" cap="none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9FA483-272B-4955-898B-96C5385F1728}" type="datetimeFigureOut">
              <a:rPr lang="en-US" smtClean="0"/>
              <a:t>10/9/2026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15E3AF-7361-4E17-9854-AB5790B0D6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11072389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4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32947" y="1981200"/>
            <a:ext cx="2946866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3"/>
          <p:cNvSpPr>
            <a:spLocks noGrp="1"/>
          </p:cNvSpPr>
          <p:nvPr>
            <p:ph type="body" sz="half" idx="15"/>
          </p:nvPr>
        </p:nvSpPr>
        <p:spPr>
          <a:xfrm>
            <a:off x="652463" y="2667000"/>
            <a:ext cx="2927350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883659" y="1981200"/>
            <a:ext cx="2936241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Text Placeholder 3"/>
          <p:cNvSpPr>
            <a:spLocks noGrp="1"/>
          </p:cNvSpPr>
          <p:nvPr>
            <p:ph type="body" sz="half" idx="16"/>
          </p:nvPr>
        </p:nvSpPr>
        <p:spPr>
          <a:xfrm>
            <a:off x="3873106" y="2667000"/>
            <a:ext cx="2946794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124700" y="1981200"/>
            <a:ext cx="293211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Text Placeholder 3"/>
          <p:cNvSpPr>
            <a:spLocks noGrp="1"/>
          </p:cNvSpPr>
          <p:nvPr>
            <p:ph type="body" sz="half" idx="17"/>
          </p:nvPr>
        </p:nvSpPr>
        <p:spPr>
          <a:xfrm>
            <a:off x="7124700" y="2667000"/>
            <a:ext cx="2932113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17" name="Straight Connector 16"/>
          <p:cNvCxnSpPr/>
          <p:nvPr/>
        </p:nvCxnSpPr>
        <p:spPr>
          <a:xfrm>
            <a:off x="3726142" y="2133600"/>
            <a:ext cx="0" cy="3962400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/>
          <p:cNvCxnSpPr/>
          <p:nvPr/>
        </p:nvCxnSpPr>
        <p:spPr>
          <a:xfrm>
            <a:off x="6962227" y="2133600"/>
            <a:ext cx="0" cy="3966882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9FA483-272B-4955-898B-96C5385F1728}" type="datetimeFigureOut">
              <a:rPr lang="en-US" smtClean="0"/>
              <a:t>10/9/2026</a:t>
            </a:fld>
            <a:endParaRPr 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15E3AF-7361-4E17-9854-AB5790B0D6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14070244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4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52463" y="4250949"/>
            <a:ext cx="2940050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9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652463" y="2209800"/>
            <a:ext cx="2940050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2" name="Text Placeholder 3"/>
          <p:cNvSpPr>
            <a:spLocks noGrp="1"/>
          </p:cNvSpPr>
          <p:nvPr>
            <p:ph type="body" sz="half" idx="18"/>
          </p:nvPr>
        </p:nvSpPr>
        <p:spPr>
          <a:xfrm>
            <a:off x="652463" y="4827211"/>
            <a:ext cx="2940050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889375" y="4250949"/>
            <a:ext cx="2930525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0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3889374" y="2209800"/>
            <a:ext cx="2930525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3" name="Text Placeholder 3"/>
          <p:cNvSpPr>
            <a:spLocks noGrp="1"/>
          </p:cNvSpPr>
          <p:nvPr>
            <p:ph type="body" sz="half" idx="19"/>
          </p:nvPr>
        </p:nvSpPr>
        <p:spPr>
          <a:xfrm>
            <a:off x="3888022" y="4827210"/>
            <a:ext cx="2934406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124700" y="4250949"/>
            <a:ext cx="293211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1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7124699" y="2209800"/>
            <a:ext cx="2932113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20"/>
          </p:nvPr>
        </p:nvSpPr>
        <p:spPr>
          <a:xfrm>
            <a:off x="7124575" y="4827208"/>
            <a:ext cx="2935997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19" name="Straight Connector 18"/>
          <p:cNvCxnSpPr/>
          <p:nvPr/>
        </p:nvCxnSpPr>
        <p:spPr>
          <a:xfrm>
            <a:off x="3726142" y="2133600"/>
            <a:ext cx="0" cy="3962400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Straight Connector 19"/>
          <p:cNvCxnSpPr/>
          <p:nvPr/>
        </p:nvCxnSpPr>
        <p:spPr>
          <a:xfrm>
            <a:off x="6962227" y="2133600"/>
            <a:ext cx="0" cy="3966882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9FA483-272B-4955-898B-96C5385F1728}" type="datetimeFigureOut">
              <a:rPr lang="en-US" smtClean="0"/>
              <a:t>10/9/2026</a:t>
            </a:fld>
            <a:endParaRPr 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15E3AF-7361-4E17-9854-AB5790B0D6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60812175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 anchorCtr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9FA483-272B-4955-898B-96C5385F1728}" type="datetimeFigureOut">
              <a:rPr lang="en-US" smtClean="0"/>
              <a:t>10/9/2026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15E3AF-7361-4E17-9854-AB5790B0D6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3526686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304212" y="430213"/>
            <a:ext cx="1752601" cy="5826125"/>
          </a:xfrm>
        </p:spPr>
        <p:txBody>
          <a:bodyPr vert="eaVert" anchor="b" anchorCtr="0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52463" y="887414"/>
            <a:ext cx="7423149" cy="536892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9FA483-272B-4955-898B-96C5385F1728}" type="datetimeFigureOut">
              <a:rPr lang="en-US" smtClean="0"/>
              <a:t>10/9/2026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15E3AF-7361-4E17-9854-AB5790B0D6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493320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21" Type="http://schemas.openxmlformats.org/officeDocument/2006/relationships/image" Target="../media/image4.png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image" Target="../media/image3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2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image" Target="../media/image5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/>
          <p:cNvPicPr>
            <a:picLocks noChangeAspect="1"/>
          </p:cNvPicPr>
          <p:nvPr/>
        </p:nvPicPr>
        <p:blipFill rotWithShape="1">
          <a:blip r:embed="rId1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613"/>
          <a:stretch/>
        </p:blipFill>
        <p:spPr>
          <a:xfrm>
            <a:off x="0" y="2669685"/>
            <a:ext cx="4037012" cy="4188315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 rotWithShape="1">
          <a:blip r:embed="rId2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5640"/>
          <a:stretch/>
        </p:blipFill>
        <p:spPr>
          <a:xfrm>
            <a:off x="0" y="2892347"/>
            <a:ext cx="1522412" cy="2365453"/>
          </a:xfrm>
          <a:prstGeom prst="rect">
            <a:avLst/>
          </a:prstGeom>
        </p:spPr>
      </p:pic>
      <p:sp>
        <p:nvSpPr>
          <p:cNvPr id="16" name="Oval 15"/>
          <p:cNvSpPr/>
          <p:nvPr/>
        </p:nvSpPr>
        <p:spPr>
          <a:xfrm>
            <a:off x="8609012" y="1676400"/>
            <a:ext cx="2819400" cy="2819400"/>
          </a:xfrm>
          <a:prstGeom prst="ellipse">
            <a:avLst/>
          </a:prstGeom>
          <a:gradFill flip="none" rotWithShape="1">
            <a:gsLst>
              <a:gs pos="0">
                <a:schemeClr val="bg2">
                  <a:lumMod val="60000"/>
                  <a:lumOff val="40000"/>
                  <a:alpha val="7000"/>
                </a:schemeClr>
              </a:gs>
              <a:gs pos="69000">
                <a:schemeClr val="bg2">
                  <a:lumMod val="60000"/>
                  <a:lumOff val="40000"/>
                  <a:alpha val="0"/>
                </a:schemeClr>
              </a:gs>
              <a:gs pos="36000">
                <a:schemeClr val="bg2">
                  <a:lumMod val="60000"/>
                  <a:lumOff val="40000"/>
                  <a:alpha val="6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pic>
        <p:nvPicPr>
          <p:cNvPr id="9" name="Picture 8"/>
          <p:cNvPicPr>
            <a:picLocks noChangeAspect="1"/>
          </p:cNvPicPr>
          <p:nvPr/>
        </p:nvPicPr>
        <p:blipFill rotWithShape="1">
          <a:blip r:embed="rId2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8813"/>
          <a:stretch/>
        </p:blipFill>
        <p:spPr>
          <a:xfrm>
            <a:off x="7999412" y="0"/>
            <a:ext cx="1603387" cy="1141407"/>
          </a:xfrm>
          <a:prstGeom prst="rect">
            <a:avLst/>
          </a:prstGeom>
        </p:spPr>
      </p:pic>
      <p:pic>
        <p:nvPicPr>
          <p:cNvPr id="10" name="Picture 9"/>
          <p:cNvPicPr>
            <a:picLocks noChangeAspect="1"/>
          </p:cNvPicPr>
          <p:nvPr/>
        </p:nvPicPr>
        <p:blipFill rotWithShape="1">
          <a:blip r:embed="rId2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23320"/>
          <a:stretch/>
        </p:blipFill>
        <p:spPr>
          <a:xfrm>
            <a:off x="8605878" y="6096000"/>
            <a:ext cx="993734" cy="762000"/>
          </a:xfrm>
          <a:prstGeom prst="rect">
            <a:avLst/>
          </a:prstGeom>
        </p:spPr>
      </p:pic>
      <p:sp>
        <p:nvSpPr>
          <p:cNvPr id="14" name="Rectangle 13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46111" y="452718"/>
            <a:ext cx="9404723" cy="1400530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03312" y="2052918"/>
            <a:ext cx="8946541" cy="419548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 rot="5400000">
            <a:off x="10155639" y="1790701"/>
            <a:ext cx="990599" cy="304799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l">
              <a:defRPr sz="1100" b="0" i="0">
                <a:solidFill>
                  <a:schemeClr val="tx1">
                    <a:tint val="75000"/>
                    <a:alpha val="60000"/>
                  </a:schemeClr>
                </a:solidFill>
              </a:defRPr>
            </a:lvl1pPr>
          </a:lstStyle>
          <a:p>
            <a:fld id="{8C9FA483-272B-4955-898B-96C5385F1728}" type="datetimeFigureOut">
              <a:rPr lang="en-US" smtClean="0"/>
              <a:t>10/9/2026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 rot="5400000">
            <a:off x="8951573" y="3225297"/>
            <a:ext cx="3859795" cy="304801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100" b="0" i="0">
                <a:solidFill>
                  <a:schemeClr val="tx1">
                    <a:tint val="75000"/>
                    <a:alpha val="60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352540" y="295729"/>
            <a:ext cx="838199" cy="7676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ctr">
              <a:defRPr sz="2800" b="0" i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B15E3AF-7361-4E17-9854-AB5790B0D6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24122371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760" r:id="rId1"/>
    <p:sldLayoutId id="2147483761" r:id="rId2"/>
    <p:sldLayoutId id="2147483762" r:id="rId3"/>
    <p:sldLayoutId id="2147483763" r:id="rId4"/>
    <p:sldLayoutId id="2147483764" r:id="rId5"/>
    <p:sldLayoutId id="2147483765" r:id="rId6"/>
    <p:sldLayoutId id="2147483766" r:id="rId7"/>
    <p:sldLayoutId id="2147483767" r:id="rId8"/>
    <p:sldLayoutId id="2147483768" r:id="rId9"/>
    <p:sldLayoutId id="2147483769" r:id="rId10"/>
    <p:sldLayoutId id="2147483770" r:id="rId11"/>
    <p:sldLayoutId id="2147483771" r:id="rId12"/>
    <p:sldLayoutId id="2147483772" r:id="rId13"/>
    <p:sldLayoutId id="2147483773" r:id="rId14"/>
    <p:sldLayoutId id="2147483774" r:id="rId15"/>
    <p:sldLayoutId id="2147483775" r:id="rId16"/>
    <p:sldLayoutId id="2147483776" r:id="rId17"/>
  </p:sldLayoutIdLst>
  <p:txStyles>
    <p:titleStyle>
      <a:lvl1pPr algn="l" defTabSz="457200" rtl="0" eaLnBrk="1" latinLnBrk="0" hangingPunct="1">
        <a:spcBef>
          <a:spcPct val="0"/>
        </a:spcBef>
        <a:buNone/>
        <a:defRPr sz="4200" b="0" i="0" kern="1200">
          <a:solidFill>
            <a:schemeClr val="tx2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2000" b="0" i="0" kern="1200">
          <a:solidFill>
            <a:schemeClr val="tx1"/>
          </a:solidFill>
          <a:latin typeface="+mj-lt"/>
          <a:ea typeface="+mj-ea"/>
          <a:cs typeface="+mj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800" b="0" i="0" kern="1200">
          <a:solidFill>
            <a:schemeClr val="tx1"/>
          </a:solidFill>
          <a:latin typeface="+mj-lt"/>
          <a:ea typeface="+mj-ea"/>
          <a:cs typeface="+mj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600" b="0" i="0" kern="1200">
          <a:solidFill>
            <a:schemeClr val="tx1"/>
          </a:solidFill>
          <a:latin typeface="+mj-lt"/>
          <a:ea typeface="+mj-ea"/>
          <a:cs typeface="+mj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5pPr>
      <a:lvl6pPr marL="2506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/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7" Type="http://schemas.openxmlformats.org/officeDocument/2006/relationships/image" Target="../media/image7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7" Type="http://schemas.openxmlformats.org/officeDocument/2006/relationships/image" Target="../media/image8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5.png"/><Relationship Id="rId3" Type="http://schemas.openxmlformats.org/officeDocument/2006/relationships/slideLayout" Target="../slideLayouts/slideLayout2.xml"/><Relationship Id="rId7" Type="http://schemas.openxmlformats.org/officeDocument/2006/relationships/image" Target="../media/image4.png"/><Relationship Id="rId2" Type="http://schemas.openxmlformats.org/officeDocument/2006/relationships/video" Target="../media/media1.mp4"/><Relationship Id="rId1" Type="http://schemas.microsoft.com/office/2007/relationships/media" Target="../media/media1.mp4"/><Relationship Id="rId6" Type="http://schemas.openxmlformats.org/officeDocument/2006/relationships/image" Target="../media/image3.png"/><Relationship Id="rId5" Type="http://schemas.openxmlformats.org/officeDocument/2006/relationships/image" Target="../media/image2.png"/><Relationship Id="rId4" Type="http://schemas.openxmlformats.org/officeDocument/2006/relationships/image" Target="../media/image1.jpeg"/><Relationship Id="rId9" Type="http://schemas.openxmlformats.org/officeDocument/2006/relationships/image" Target="../media/image9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903110E-EC8C-80A9-1CF3-F833B4D2D82B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Visual Presentation #2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95F492B-72C3-0CC1-268D-77DD8CF168CE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/>
              <a:t>By: Edward Arroyo, Jahbari Dessout, William Ferris, and Eliexer Gomez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2162643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B4AAD3FD-83A5-4B89-9F8F-01B8870865B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003">
            <a:schemeClr val="dk2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A92A1116-1C84-41DF-B803-1F7B0883EC8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442448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56E7411-A219-2088-3D80-8F684475C9B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48931" y="2438400"/>
            <a:ext cx="4166509" cy="3785419"/>
          </a:xfrm>
        </p:spPr>
        <p:txBody>
          <a:bodyPr>
            <a:normAutofit/>
          </a:bodyPr>
          <a:lstStyle/>
          <a:p>
            <a:r>
              <a:rPr lang="en-US" dirty="0">
                <a:solidFill>
                  <a:srgbClr val="EBEBEB"/>
                </a:solidFill>
              </a:rPr>
              <a:t>The business we are consulting for is the nonprofit organization Gen Fitness.</a:t>
            </a:r>
          </a:p>
          <a:p>
            <a:endParaRPr lang="en-US" dirty="0">
              <a:solidFill>
                <a:srgbClr val="EBEBEB"/>
              </a:solidFill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AC328EB-0419-FD58-5CDF-FE16C8C458A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8931" y="629266"/>
            <a:ext cx="4166510" cy="1622321"/>
          </a:xfrm>
        </p:spPr>
        <p:txBody>
          <a:bodyPr>
            <a:normAutofit/>
          </a:bodyPr>
          <a:lstStyle/>
          <a:p>
            <a:r>
              <a:rPr lang="en-US">
                <a:solidFill>
                  <a:srgbClr val="EBEBEB"/>
                </a:solidFill>
              </a:rPr>
              <a:t>Gen Fitness</a:t>
            </a:r>
          </a:p>
        </p:txBody>
      </p:sp>
      <p:sp>
        <p:nvSpPr>
          <p:cNvPr id="12" name="Freeform 31">
            <a:extLst>
              <a:ext uri="{FF2B5EF4-FFF2-40B4-BE49-F238E27FC236}">
                <a16:creationId xmlns:a16="http://schemas.microsoft.com/office/drawing/2014/main" id="{61752F1D-FC0F-4103-9584-630E643CCDA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994020" y="-1"/>
            <a:ext cx="559472" cy="3709642"/>
          </a:xfrm>
          <a:custGeom>
            <a:avLst/>
            <a:gdLst>
              <a:gd name="connsiteX0" fmla="*/ 0 w 559472"/>
              <a:gd name="connsiteY0" fmla="*/ 0 h 3709642"/>
              <a:gd name="connsiteX1" fmla="*/ 473952 w 559472"/>
              <a:gd name="connsiteY1" fmla="*/ 0 h 3709642"/>
              <a:gd name="connsiteX2" fmla="*/ 485840 w 559472"/>
              <a:gd name="connsiteY2" fmla="*/ 161194 h 3709642"/>
              <a:gd name="connsiteX3" fmla="*/ 523949 w 559472"/>
              <a:gd name="connsiteY3" fmla="*/ 3672197 h 3709642"/>
              <a:gd name="connsiteX4" fmla="*/ 454748 w 559472"/>
              <a:gd name="connsiteY4" fmla="*/ 3709642 h 3709642"/>
              <a:gd name="connsiteX5" fmla="*/ 448224 w 559472"/>
              <a:gd name="connsiteY5" fmla="*/ 3510471 h 3709642"/>
              <a:gd name="connsiteX6" fmla="*/ 443564 w 559472"/>
              <a:gd name="connsiteY6" fmla="*/ 3408563 h 3709642"/>
              <a:gd name="connsiteX7" fmla="*/ 438902 w 559472"/>
              <a:gd name="connsiteY7" fmla="*/ 3304407 h 3709642"/>
              <a:gd name="connsiteX8" fmla="*/ 433941 w 559472"/>
              <a:gd name="connsiteY8" fmla="*/ 3198777 h 3709642"/>
              <a:gd name="connsiteX9" fmla="*/ 427584 w 559472"/>
              <a:gd name="connsiteY9" fmla="*/ 3092510 h 3709642"/>
              <a:gd name="connsiteX10" fmla="*/ 420988 w 559472"/>
              <a:gd name="connsiteY10" fmla="*/ 2984390 h 3709642"/>
              <a:gd name="connsiteX11" fmla="*/ 414330 w 559472"/>
              <a:gd name="connsiteY11" fmla="*/ 2874401 h 3709642"/>
              <a:gd name="connsiteX12" fmla="*/ 406840 w 559472"/>
              <a:gd name="connsiteY12" fmla="*/ 2762980 h 3709642"/>
              <a:gd name="connsiteX13" fmla="*/ 397745 w 559472"/>
              <a:gd name="connsiteY13" fmla="*/ 2650566 h 3709642"/>
              <a:gd name="connsiteX14" fmla="*/ 389154 w 559472"/>
              <a:gd name="connsiteY14" fmla="*/ 2536612 h 3709642"/>
              <a:gd name="connsiteX15" fmla="*/ 379225 w 559472"/>
              <a:gd name="connsiteY15" fmla="*/ 2421642 h 3709642"/>
              <a:gd name="connsiteX16" fmla="*/ 368316 w 559472"/>
              <a:gd name="connsiteY16" fmla="*/ 2305627 h 3709642"/>
              <a:gd name="connsiteX17" fmla="*/ 357466 w 559472"/>
              <a:gd name="connsiteY17" fmla="*/ 2189233 h 3709642"/>
              <a:gd name="connsiteX18" fmla="*/ 344982 w 559472"/>
              <a:gd name="connsiteY18" fmla="*/ 2071473 h 3709642"/>
              <a:gd name="connsiteX19" fmla="*/ 332466 w 559472"/>
              <a:gd name="connsiteY19" fmla="*/ 1952216 h 3709642"/>
              <a:gd name="connsiteX20" fmla="*/ 319121 w 559472"/>
              <a:gd name="connsiteY20" fmla="*/ 1833776 h 3709642"/>
              <a:gd name="connsiteX21" fmla="*/ 304408 w 559472"/>
              <a:gd name="connsiteY21" fmla="*/ 1713948 h 3709642"/>
              <a:gd name="connsiteX22" fmla="*/ 288685 w 559472"/>
              <a:gd name="connsiteY22" fmla="*/ 1592703 h 3709642"/>
              <a:gd name="connsiteX23" fmla="*/ 273050 w 559472"/>
              <a:gd name="connsiteY23" fmla="*/ 1471451 h 3709642"/>
              <a:gd name="connsiteX24" fmla="*/ 255813 w 559472"/>
              <a:gd name="connsiteY24" fmla="*/ 1350328 h 3709642"/>
              <a:gd name="connsiteX25" fmla="*/ 237060 w 559472"/>
              <a:gd name="connsiteY25" fmla="*/ 1227080 h 3709642"/>
              <a:gd name="connsiteX26" fmla="*/ 218488 w 559472"/>
              <a:gd name="connsiteY26" fmla="*/ 1106065 h 3709642"/>
              <a:gd name="connsiteX27" fmla="*/ 198221 w 559472"/>
              <a:gd name="connsiteY27" fmla="*/ 982940 h 3709642"/>
              <a:gd name="connsiteX28" fmla="*/ 177152 w 559472"/>
              <a:gd name="connsiteY28" fmla="*/ 858755 h 3709642"/>
              <a:gd name="connsiteX29" fmla="*/ 155551 w 559472"/>
              <a:gd name="connsiteY29" fmla="*/ 736861 h 3709642"/>
              <a:gd name="connsiteX30" fmla="*/ 131782 w 559472"/>
              <a:gd name="connsiteY30" fmla="*/ 613645 h 3709642"/>
              <a:gd name="connsiteX31" fmla="*/ 107123 w 559472"/>
              <a:gd name="connsiteY31" fmla="*/ 490500 h 3709642"/>
              <a:gd name="connsiteX32" fmla="*/ 82552 w 559472"/>
              <a:gd name="connsiteY32" fmla="*/ 367348 h 3709642"/>
              <a:gd name="connsiteX33" fmla="*/ 55608 w 559472"/>
              <a:gd name="connsiteY33" fmla="*/ 244762 h 3709642"/>
              <a:gd name="connsiteX34" fmla="*/ 28130 w 559472"/>
              <a:gd name="connsiteY34" fmla="*/ 122220 h 3709642"/>
              <a:gd name="connsiteX35" fmla="*/ 0 w 559472"/>
              <a:gd name="connsiteY35" fmla="*/ 0 h 370964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</a:cxnLst>
            <a:rect l="l" t="t" r="r" b="b"/>
            <a:pathLst>
              <a:path w="559472" h="3709642">
                <a:moveTo>
                  <a:pt x="0" y="0"/>
                </a:moveTo>
                <a:lnTo>
                  <a:pt x="473952" y="0"/>
                </a:lnTo>
                <a:lnTo>
                  <a:pt x="485840" y="161194"/>
                </a:lnTo>
                <a:cubicBezTo>
                  <a:pt x="552063" y="1147770"/>
                  <a:pt x="592441" y="3086737"/>
                  <a:pt x="523949" y="3672197"/>
                </a:cubicBezTo>
                <a:cubicBezTo>
                  <a:pt x="500842" y="3684557"/>
                  <a:pt x="477855" y="3697282"/>
                  <a:pt x="454748" y="3709642"/>
                </a:cubicBezTo>
                <a:lnTo>
                  <a:pt x="448224" y="3510471"/>
                </a:lnTo>
                <a:lnTo>
                  <a:pt x="443564" y="3408563"/>
                </a:lnTo>
                <a:lnTo>
                  <a:pt x="438902" y="3304407"/>
                </a:lnTo>
                <a:lnTo>
                  <a:pt x="433941" y="3198777"/>
                </a:lnTo>
                <a:lnTo>
                  <a:pt x="427584" y="3092510"/>
                </a:lnTo>
                <a:lnTo>
                  <a:pt x="420988" y="2984390"/>
                </a:lnTo>
                <a:lnTo>
                  <a:pt x="414330" y="2874401"/>
                </a:lnTo>
                <a:lnTo>
                  <a:pt x="406840" y="2762980"/>
                </a:lnTo>
                <a:lnTo>
                  <a:pt x="397745" y="2650566"/>
                </a:lnTo>
                <a:lnTo>
                  <a:pt x="389154" y="2536612"/>
                </a:lnTo>
                <a:lnTo>
                  <a:pt x="379225" y="2421642"/>
                </a:lnTo>
                <a:lnTo>
                  <a:pt x="368316" y="2305627"/>
                </a:lnTo>
                <a:lnTo>
                  <a:pt x="357466" y="2189233"/>
                </a:lnTo>
                <a:lnTo>
                  <a:pt x="344982" y="2071473"/>
                </a:lnTo>
                <a:lnTo>
                  <a:pt x="332466" y="1952216"/>
                </a:lnTo>
                <a:lnTo>
                  <a:pt x="319121" y="1833776"/>
                </a:lnTo>
                <a:lnTo>
                  <a:pt x="304408" y="1713948"/>
                </a:lnTo>
                <a:lnTo>
                  <a:pt x="288685" y="1592703"/>
                </a:lnTo>
                <a:lnTo>
                  <a:pt x="273050" y="1471451"/>
                </a:lnTo>
                <a:lnTo>
                  <a:pt x="255813" y="1350328"/>
                </a:lnTo>
                <a:lnTo>
                  <a:pt x="237060" y="1227080"/>
                </a:lnTo>
                <a:lnTo>
                  <a:pt x="218488" y="1106065"/>
                </a:lnTo>
                <a:lnTo>
                  <a:pt x="198221" y="982940"/>
                </a:lnTo>
                <a:lnTo>
                  <a:pt x="177152" y="858755"/>
                </a:lnTo>
                <a:lnTo>
                  <a:pt x="155551" y="736861"/>
                </a:lnTo>
                <a:lnTo>
                  <a:pt x="131782" y="613645"/>
                </a:lnTo>
                <a:lnTo>
                  <a:pt x="107123" y="490500"/>
                </a:lnTo>
                <a:lnTo>
                  <a:pt x="82552" y="367348"/>
                </a:lnTo>
                <a:lnTo>
                  <a:pt x="55608" y="244762"/>
                </a:lnTo>
                <a:lnTo>
                  <a:pt x="28130" y="122220"/>
                </a:lnTo>
                <a:lnTo>
                  <a:pt x="0" y="0"/>
                </a:lnTo>
                <a:close/>
              </a:path>
            </a:pathLst>
          </a:custGeom>
          <a:solidFill>
            <a:schemeClr val="bg1">
              <a:alpha val="20000"/>
            </a:schemeClr>
          </a:solidFill>
          <a:ln>
            <a:noFill/>
          </a:ln>
        </p:spPr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14" name="Freeform: Shape 13">
            <a:extLst>
              <a:ext uri="{FF2B5EF4-FFF2-40B4-BE49-F238E27FC236}">
                <a16:creationId xmlns:a16="http://schemas.microsoft.com/office/drawing/2014/main" id="{70151CB7-E7DE-4917-B831-01DF9CE0130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gray">
          <a:xfrm rot="16200000">
            <a:off x="5270819" y="-63600"/>
            <a:ext cx="6858001" cy="6985200"/>
          </a:xfrm>
          <a:custGeom>
            <a:avLst/>
            <a:gdLst>
              <a:gd name="connsiteX0" fmla="*/ 6858001 w 6858001"/>
              <a:gd name="connsiteY0" fmla="*/ 1177 h 6985200"/>
              <a:gd name="connsiteX1" fmla="*/ 6858001 w 6858001"/>
              <a:gd name="connsiteY1" fmla="*/ 1344715 h 6985200"/>
              <a:gd name="connsiteX2" fmla="*/ 6858000 w 6858001"/>
              <a:gd name="connsiteY2" fmla="*/ 1344715 h 6985200"/>
              <a:gd name="connsiteX3" fmla="*/ 6858000 w 6858001"/>
              <a:gd name="connsiteY3" fmla="*/ 6985200 h 6985200"/>
              <a:gd name="connsiteX4" fmla="*/ 0 w 6858001"/>
              <a:gd name="connsiteY4" fmla="*/ 6985199 h 6985200"/>
              <a:gd name="connsiteX5" fmla="*/ 0 w 6858001"/>
              <a:gd name="connsiteY5" fmla="*/ 886772 h 6985200"/>
              <a:gd name="connsiteX6" fmla="*/ 1 w 6858001"/>
              <a:gd name="connsiteY6" fmla="*/ 886772 h 6985200"/>
              <a:gd name="connsiteX7" fmla="*/ 1 w 6858001"/>
              <a:gd name="connsiteY7" fmla="*/ 0 h 6985200"/>
              <a:gd name="connsiteX8" fmla="*/ 40463 w 6858001"/>
              <a:gd name="connsiteY8" fmla="*/ 5883 h 6985200"/>
              <a:gd name="connsiteX9" fmla="*/ 159107 w 6858001"/>
              <a:gd name="connsiteY9" fmla="*/ 23196 h 6985200"/>
              <a:gd name="connsiteX10" fmla="*/ 245518 w 6858001"/>
              <a:gd name="connsiteY10" fmla="*/ 35299 h 6985200"/>
              <a:gd name="connsiteX11" fmla="*/ 348388 w 6858001"/>
              <a:gd name="connsiteY11" fmla="*/ 48073 h 6985200"/>
              <a:gd name="connsiteX12" fmla="*/ 470460 w 6858001"/>
              <a:gd name="connsiteY12" fmla="*/ 63369 h 6985200"/>
              <a:gd name="connsiteX13" fmla="*/ 605563 w 6858001"/>
              <a:gd name="connsiteY13" fmla="*/ 79506 h 6985200"/>
              <a:gd name="connsiteX14" fmla="*/ 757810 w 6858001"/>
              <a:gd name="connsiteY14" fmla="*/ 96483 h 6985200"/>
              <a:gd name="connsiteX15" fmla="*/ 923774 w 6858001"/>
              <a:gd name="connsiteY15" fmla="*/ 114469 h 6985200"/>
              <a:gd name="connsiteX16" fmla="*/ 1104139 w 6858001"/>
              <a:gd name="connsiteY16" fmla="*/ 132454 h 6985200"/>
              <a:gd name="connsiteX17" fmla="*/ 1296163 w 6858001"/>
              <a:gd name="connsiteY17" fmla="*/ 150776 h 6985200"/>
              <a:gd name="connsiteX18" fmla="*/ 1503275 w 6858001"/>
              <a:gd name="connsiteY18" fmla="*/ 167753 h 6985200"/>
              <a:gd name="connsiteX19" fmla="*/ 1719988 w 6858001"/>
              <a:gd name="connsiteY19" fmla="*/ 184058 h 6985200"/>
              <a:gd name="connsiteX20" fmla="*/ 1949045 w 6858001"/>
              <a:gd name="connsiteY20" fmla="*/ 198849 h 6985200"/>
              <a:gd name="connsiteX21" fmla="*/ 2187703 w 6858001"/>
              <a:gd name="connsiteY21" fmla="*/ 212969 h 6985200"/>
              <a:gd name="connsiteX22" fmla="*/ 2436649 w 6858001"/>
              <a:gd name="connsiteY22" fmla="*/ 226248 h 6985200"/>
              <a:gd name="connsiteX23" fmla="*/ 2564208 w 6858001"/>
              <a:gd name="connsiteY23" fmla="*/ 230955 h 6985200"/>
              <a:gd name="connsiteX24" fmla="*/ 2694509 w 6858001"/>
              <a:gd name="connsiteY24" fmla="*/ 236165 h 6985200"/>
              <a:gd name="connsiteX25" fmla="*/ 2826869 w 6858001"/>
              <a:gd name="connsiteY25" fmla="*/ 241040 h 6985200"/>
              <a:gd name="connsiteX26" fmla="*/ 2959914 w 6858001"/>
              <a:gd name="connsiteY26" fmla="*/ 244234 h 6985200"/>
              <a:gd name="connsiteX27" fmla="*/ 3095702 w 6858001"/>
              <a:gd name="connsiteY27" fmla="*/ 247091 h 6985200"/>
              <a:gd name="connsiteX28" fmla="*/ 3232862 w 6858001"/>
              <a:gd name="connsiteY28" fmla="*/ 250117 h 6985200"/>
              <a:gd name="connsiteX29" fmla="*/ 3372766 w 6858001"/>
              <a:gd name="connsiteY29" fmla="*/ 252134 h 6985200"/>
              <a:gd name="connsiteX30" fmla="*/ 3514040 w 6858001"/>
              <a:gd name="connsiteY30" fmla="*/ 252134 h 6985200"/>
              <a:gd name="connsiteX31" fmla="*/ 3656686 w 6858001"/>
              <a:gd name="connsiteY31" fmla="*/ 253142 h 6985200"/>
              <a:gd name="connsiteX32" fmla="*/ 3800705 w 6858001"/>
              <a:gd name="connsiteY32" fmla="*/ 252134 h 6985200"/>
              <a:gd name="connsiteX33" fmla="*/ 3946780 w 6858001"/>
              <a:gd name="connsiteY33" fmla="*/ 250117 h 6985200"/>
              <a:gd name="connsiteX34" fmla="*/ 4092856 w 6858001"/>
              <a:gd name="connsiteY34" fmla="*/ 248268 h 6985200"/>
              <a:gd name="connsiteX35" fmla="*/ 4240988 w 6858001"/>
              <a:gd name="connsiteY35" fmla="*/ 244234 h 6985200"/>
              <a:gd name="connsiteX36" fmla="*/ 4390492 w 6858001"/>
              <a:gd name="connsiteY36" fmla="*/ 240032 h 6985200"/>
              <a:gd name="connsiteX37" fmla="*/ 4539997 w 6858001"/>
              <a:gd name="connsiteY37" fmla="*/ 235157 h 6985200"/>
              <a:gd name="connsiteX38" fmla="*/ 4690873 w 6858001"/>
              <a:gd name="connsiteY38" fmla="*/ 228266 h 6985200"/>
              <a:gd name="connsiteX39" fmla="*/ 4843120 w 6858001"/>
              <a:gd name="connsiteY39" fmla="*/ 220029 h 6985200"/>
              <a:gd name="connsiteX40" fmla="*/ 4996054 w 6858001"/>
              <a:gd name="connsiteY40" fmla="*/ 212129 h 6985200"/>
              <a:gd name="connsiteX41" fmla="*/ 5148987 w 6858001"/>
              <a:gd name="connsiteY41" fmla="*/ 202044 h 6985200"/>
              <a:gd name="connsiteX42" fmla="*/ 5303978 w 6858001"/>
              <a:gd name="connsiteY42" fmla="*/ 189941 h 6985200"/>
              <a:gd name="connsiteX43" fmla="*/ 5456911 w 6858001"/>
              <a:gd name="connsiteY43" fmla="*/ 177839 h 6985200"/>
              <a:gd name="connsiteX44" fmla="*/ 5612588 w 6858001"/>
              <a:gd name="connsiteY44" fmla="*/ 163887 h 6985200"/>
              <a:gd name="connsiteX45" fmla="*/ 5768950 w 6858001"/>
              <a:gd name="connsiteY45" fmla="*/ 148591 h 6985200"/>
              <a:gd name="connsiteX46" fmla="*/ 5923255 w 6858001"/>
              <a:gd name="connsiteY46" fmla="*/ 132455 h 6985200"/>
              <a:gd name="connsiteX47" fmla="*/ 6079618 w 6858001"/>
              <a:gd name="connsiteY47" fmla="*/ 113629 h 6985200"/>
              <a:gd name="connsiteX48" fmla="*/ 6235294 w 6858001"/>
              <a:gd name="connsiteY48" fmla="*/ 93458 h 6985200"/>
              <a:gd name="connsiteX49" fmla="*/ 6391657 w 6858001"/>
              <a:gd name="connsiteY49" fmla="*/ 73455 h 6985200"/>
              <a:gd name="connsiteX50" fmla="*/ 6547333 w 6858001"/>
              <a:gd name="connsiteY50" fmla="*/ 50091 h 6985200"/>
              <a:gd name="connsiteX51" fmla="*/ 6702324 w 6858001"/>
              <a:gd name="connsiteY51" fmla="*/ 26222 h 69852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</a:cxnLst>
            <a:rect l="l" t="t" r="r" b="b"/>
            <a:pathLst>
              <a:path w="6858001" h="6985200">
                <a:moveTo>
                  <a:pt x="6858001" y="1177"/>
                </a:moveTo>
                <a:lnTo>
                  <a:pt x="6858001" y="1344715"/>
                </a:lnTo>
                <a:lnTo>
                  <a:pt x="6858000" y="1344715"/>
                </a:lnTo>
                <a:lnTo>
                  <a:pt x="6858000" y="6985200"/>
                </a:lnTo>
                <a:lnTo>
                  <a:pt x="0" y="6985199"/>
                </a:lnTo>
                <a:lnTo>
                  <a:pt x="0" y="886772"/>
                </a:lnTo>
                <a:lnTo>
                  <a:pt x="1" y="886772"/>
                </a:lnTo>
                <a:lnTo>
                  <a:pt x="1" y="0"/>
                </a:lnTo>
                <a:lnTo>
                  <a:pt x="40463" y="5883"/>
                </a:lnTo>
                <a:lnTo>
                  <a:pt x="159107" y="23196"/>
                </a:lnTo>
                <a:lnTo>
                  <a:pt x="245518" y="35299"/>
                </a:lnTo>
                <a:lnTo>
                  <a:pt x="348388" y="48073"/>
                </a:lnTo>
                <a:lnTo>
                  <a:pt x="470460" y="63369"/>
                </a:lnTo>
                <a:lnTo>
                  <a:pt x="605563" y="79506"/>
                </a:lnTo>
                <a:lnTo>
                  <a:pt x="757810" y="96483"/>
                </a:lnTo>
                <a:lnTo>
                  <a:pt x="923774" y="114469"/>
                </a:lnTo>
                <a:lnTo>
                  <a:pt x="1104139" y="132454"/>
                </a:lnTo>
                <a:lnTo>
                  <a:pt x="1296163" y="150776"/>
                </a:lnTo>
                <a:lnTo>
                  <a:pt x="1503275" y="167753"/>
                </a:lnTo>
                <a:lnTo>
                  <a:pt x="1719988" y="184058"/>
                </a:lnTo>
                <a:lnTo>
                  <a:pt x="1949045" y="198849"/>
                </a:lnTo>
                <a:lnTo>
                  <a:pt x="2187703" y="212969"/>
                </a:lnTo>
                <a:lnTo>
                  <a:pt x="2436649" y="226248"/>
                </a:lnTo>
                <a:lnTo>
                  <a:pt x="2564208" y="230955"/>
                </a:lnTo>
                <a:lnTo>
                  <a:pt x="2694509" y="236165"/>
                </a:lnTo>
                <a:lnTo>
                  <a:pt x="2826869" y="241040"/>
                </a:lnTo>
                <a:lnTo>
                  <a:pt x="2959914" y="244234"/>
                </a:lnTo>
                <a:lnTo>
                  <a:pt x="3095702" y="247091"/>
                </a:lnTo>
                <a:lnTo>
                  <a:pt x="3232862" y="250117"/>
                </a:lnTo>
                <a:lnTo>
                  <a:pt x="3372766" y="252134"/>
                </a:lnTo>
                <a:lnTo>
                  <a:pt x="3514040" y="252134"/>
                </a:lnTo>
                <a:lnTo>
                  <a:pt x="3656686" y="253142"/>
                </a:lnTo>
                <a:lnTo>
                  <a:pt x="3800705" y="252134"/>
                </a:lnTo>
                <a:lnTo>
                  <a:pt x="3946780" y="250117"/>
                </a:lnTo>
                <a:lnTo>
                  <a:pt x="4092856" y="248268"/>
                </a:lnTo>
                <a:lnTo>
                  <a:pt x="4240988" y="244234"/>
                </a:lnTo>
                <a:lnTo>
                  <a:pt x="4390492" y="240032"/>
                </a:lnTo>
                <a:lnTo>
                  <a:pt x="4539997" y="235157"/>
                </a:lnTo>
                <a:lnTo>
                  <a:pt x="4690873" y="228266"/>
                </a:lnTo>
                <a:lnTo>
                  <a:pt x="4843120" y="220029"/>
                </a:lnTo>
                <a:lnTo>
                  <a:pt x="4996054" y="212129"/>
                </a:lnTo>
                <a:lnTo>
                  <a:pt x="5148987" y="202044"/>
                </a:lnTo>
                <a:lnTo>
                  <a:pt x="5303978" y="189941"/>
                </a:lnTo>
                <a:lnTo>
                  <a:pt x="5456911" y="177839"/>
                </a:lnTo>
                <a:lnTo>
                  <a:pt x="5612588" y="163887"/>
                </a:lnTo>
                <a:lnTo>
                  <a:pt x="5768950" y="148591"/>
                </a:lnTo>
                <a:lnTo>
                  <a:pt x="5923255" y="132455"/>
                </a:lnTo>
                <a:lnTo>
                  <a:pt x="6079618" y="113629"/>
                </a:lnTo>
                <a:lnTo>
                  <a:pt x="6235294" y="93458"/>
                </a:lnTo>
                <a:lnTo>
                  <a:pt x="6391657" y="73455"/>
                </a:lnTo>
                <a:lnTo>
                  <a:pt x="6547333" y="50091"/>
                </a:lnTo>
                <a:lnTo>
                  <a:pt x="6702324" y="26222"/>
                </a:lnTo>
                <a:close/>
              </a:path>
            </a:pathLst>
          </a:custGeom>
          <a:ln>
            <a:noFill/>
          </a:ln>
        </p:spPr>
        <p:txBody>
          <a:bodyPr/>
          <a:lstStyle/>
          <a:p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6DC9A48-5FA0-CC06-3269-1D9EC91685D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61645" y="904079"/>
            <a:ext cx="5449889" cy="5449889"/>
          </a:xfrm>
          <a:prstGeom prst="rect">
            <a:avLst/>
          </a:prstGeom>
          <a:effectLst/>
        </p:spPr>
      </p:pic>
    </p:spTree>
    <p:extLst>
      <p:ext uri="{BB962C8B-B14F-4D97-AF65-F5344CB8AC3E}">
        <p14:creationId xmlns:p14="http://schemas.microsoft.com/office/powerpoint/2010/main" val="1315190822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2">
            <a:duotone>
              <a:schemeClr val="bg2">
                <a:shade val="69000"/>
                <a:hueMod val="108000"/>
                <a:satMod val="164000"/>
                <a:lumMod val="74000"/>
              </a:schemeClr>
              <a:schemeClr val="bg2">
                <a:tint val="96000"/>
                <a:hueMod val="88000"/>
                <a:satMod val="140000"/>
                <a:lumMod val="132000"/>
              </a:schemeClr>
            </a:duotone>
          </a:blip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3" name="Picture 32">
            <a:extLst>
              <a:ext uri="{FF2B5EF4-FFF2-40B4-BE49-F238E27FC236}">
                <a16:creationId xmlns:a16="http://schemas.microsoft.com/office/drawing/2014/main" id="{DF19BAF3-7E20-4B9D-B544-BABAEEA1FA7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613"/>
          <a:stretch/>
        </p:blipFill>
        <p:spPr>
          <a:xfrm>
            <a:off x="0" y="2669685"/>
            <a:ext cx="4037012" cy="4188315"/>
          </a:xfrm>
          <a:prstGeom prst="rect">
            <a:avLst/>
          </a:prstGeom>
        </p:spPr>
      </p:pic>
      <p:pic>
        <p:nvPicPr>
          <p:cNvPr id="34" name="Picture 33">
            <a:extLst>
              <a:ext uri="{FF2B5EF4-FFF2-40B4-BE49-F238E27FC236}">
                <a16:creationId xmlns:a16="http://schemas.microsoft.com/office/drawing/2014/main" id="{950648F4-ABCD-4DF0-8641-76CFB235472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5640"/>
          <a:stretch/>
        </p:blipFill>
        <p:spPr>
          <a:xfrm>
            <a:off x="0" y="2892347"/>
            <a:ext cx="1522412" cy="2365453"/>
          </a:xfrm>
          <a:prstGeom prst="rect">
            <a:avLst/>
          </a:prstGeom>
        </p:spPr>
      </p:pic>
      <p:sp>
        <p:nvSpPr>
          <p:cNvPr id="35" name="Oval 34">
            <a:extLst>
              <a:ext uri="{FF2B5EF4-FFF2-40B4-BE49-F238E27FC236}">
                <a16:creationId xmlns:a16="http://schemas.microsoft.com/office/drawing/2014/main" id="{989BE678-777B-482A-A616-FEDC47B162E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609012" y="1676400"/>
            <a:ext cx="2819400" cy="2819400"/>
          </a:xfrm>
          <a:prstGeom prst="ellipse">
            <a:avLst/>
          </a:prstGeom>
          <a:gradFill flip="none" rotWithShape="1">
            <a:gsLst>
              <a:gs pos="0">
                <a:schemeClr val="bg2">
                  <a:lumMod val="60000"/>
                  <a:lumOff val="40000"/>
                  <a:alpha val="7000"/>
                </a:schemeClr>
              </a:gs>
              <a:gs pos="69000">
                <a:schemeClr val="bg2">
                  <a:lumMod val="60000"/>
                  <a:lumOff val="40000"/>
                  <a:alpha val="0"/>
                </a:schemeClr>
              </a:gs>
              <a:gs pos="36000">
                <a:schemeClr val="bg2">
                  <a:lumMod val="60000"/>
                  <a:lumOff val="40000"/>
                  <a:alpha val="6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pic>
        <p:nvPicPr>
          <p:cNvPr id="36" name="Picture 35">
            <a:extLst>
              <a:ext uri="{FF2B5EF4-FFF2-40B4-BE49-F238E27FC236}">
                <a16:creationId xmlns:a16="http://schemas.microsoft.com/office/drawing/2014/main" id="{CF1EB4BD-9C7E-4AA3-9681-C7EB0DA6250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8813"/>
          <a:stretch/>
        </p:blipFill>
        <p:spPr>
          <a:xfrm>
            <a:off x="7999412" y="0"/>
            <a:ext cx="1603387" cy="1141407"/>
          </a:xfrm>
          <a:prstGeom prst="rect">
            <a:avLst/>
          </a:prstGeom>
        </p:spPr>
      </p:pic>
      <p:pic>
        <p:nvPicPr>
          <p:cNvPr id="37" name="Picture 36">
            <a:extLst>
              <a:ext uri="{FF2B5EF4-FFF2-40B4-BE49-F238E27FC236}">
                <a16:creationId xmlns:a16="http://schemas.microsoft.com/office/drawing/2014/main" id="{94AAE3AA-3759-4D28-B0EF-575F25A5146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 rotWithShape="1"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23320"/>
          <a:stretch/>
        </p:blipFill>
        <p:spPr>
          <a:xfrm>
            <a:off x="8605878" y="6096000"/>
            <a:ext cx="993734" cy="762000"/>
          </a:xfrm>
          <a:prstGeom prst="rect">
            <a:avLst/>
          </a:prstGeom>
        </p:spPr>
      </p:pic>
      <p:sp>
        <p:nvSpPr>
          <p:cNvPr id="38" name="Rectangle 37">
            <a:extLst>
              <a:ext uri="{FF2B5EF4-FFF2-40B4-BE49-F238E27FC236}">
                <a16:creationId xmlns:a16="http://schemas.microsoft.com/office/drawing/2014/main" id="{D28BE0C3-2102-4820-B88B-A448B1840D1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A6619B2-D57F-06F3-CA83-A299CC9F57B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6916" y="4542503"/>
            <a:ext cx="9184606" cy="1179870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z="6000"/>
              <a:t>Home Page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C5252703-B438-135C-A8FF-A6BA5F48B48F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7"/>
          <a:srcRect r="-1" b="16995"/>
          <a:stretch>
            <a:fillRect/>
          </a:stretch>
        </p:blipFill>
        <p:spPr>
          <a:xfrm>
            <a:off x="635458" y="640079"/>
            <a:ext cx="10792954" cy="4188315"/>
          </a:xfrm>
          <a:prstGeom prst="rect">
            <a:avLst/>
          </a:prstGeom>
          <a:effectLst>
            <a:outerShdw blurRad="50800" dist="38100" dir="5400000" algn="t" rotWithShape="0">
              <a:prstClr val="black">
                <a:alpha val="43000"/>
              </a:prstClr>
            </a:outerShdw>
          </a:effectLst>
        </p:spPr>
      </p:pic>
    </p:spTree>
    <p:extLst>
      <p:ext uri="{BB962C8B-B14F-4D97-AF65-F5344CB8AC3E}">
        <p14:creationId xmlns:p14="http://schemas.microsoft.com/office/powerpoint/2010/main" val="39895454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2">
            <a:duotone>
              <a:schemeClr val="bg2">
                <a:shade val="69000"/>
                <a:hueMod val="108000"/>
                <a:satMod val="164000"/>
                <a:lumMod val="74000"/>
              </a:schemeClr>
              <a:schemeClr val="bg2">
                <a:tint val="96000"/>
                <a:hueMod val="88000"/>
                <a:satMod val="140000"/>
                <a:lumMod val="132000"/>
              </a:schemeClr>
            </a:duotone>
          </a:blip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>
            <a:extLst>
              <a:ext uri="{FF2B5EF4-FFF2-40B4-BE49-F238E27FC236}">
                <a16:creationId xmlns:a16="http://schemas.microsoft.com/office/drawing/2014/main" id="{DF19BAF3-7E20-4B9D-B544-BABAEEA1FA7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613"/>
          <a:stretch/>
        </p:blipFill>
        <p:spPr>
          <a:xfrm>
            <a:off x="0" y="2669685"/>
            <a:ext cx="4037012" cy="4188315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950648F4-ABCD-4DF0-8641-76CFB235472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5640"/>
          <a:stretch/>
        </p:blipFill>
        <p:spPr>
          <a:xfrm>
            <a:off x="0" y="2892347"/>
            <a:ext cx="1522412" cy="2365453"/>
          </a:xfrm>
          <a:prstGeom prst="rect">
            <a:avLst/>
          </a:prstGeom>
        </p:spPr>
      </p:pic>
      <p:sp>
        <p:nvSpPr>
          <p:cNvPr id="14" name="Oval 13">
            <a:extLst>
              <a:ext uri="{FF2B5EF4-FFF2-40B4-BE49-F238E27FC236}">
                <a16:creationId xmlns:a16="http://schemas.microsoft.com/office/drawing/2014/main" id="{989BE678-777B-482A-A616-FEDC47B162E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609012" y="1676400"/>
            <a:ext cx="2819400" cy="2819400"/>
          </a:xfrm>
          <a:prstGeom prst="ellipse">
            <a:avLst/>
          </a:prstGeom>
          <a:gradFill flip="none" rotWithShape="1">
            <a:gsLst>
              <a:gs pos="0">
                <a:schemeClr val="bg2">
                  <a:lumMod val="60000"/>
                  <a:lumOff val="40000"/>
                  <a:alpha val="7000"/>
                </a:schemeClr>
              </a:gs>
              <a:gs pos="69000">
                <a:schemeClr val="bg2">
                  <a:lumMod val="60000"/>
                  <a:lumOff val="40000"/>
                  <a:alpha val="0"/>
                </a:schemeClr>
              </a:gs>
              <a:gs pos="36000">
                <a:schemeClr val="bg2">
                  <a:lumMod val="60000"/>
                  <a:lumOff val="40000"/>
                  <a:alpha val="6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pic>
        <p:nvPicPr>
          <p:cNvPr id="16" name="Picture 15">
            <a:extLst>
              <a:ext uri="{FF2B5EF4-FFF2-40B4-BE49-F238E27FC236}">
                <a16:creationId xmlns:a16="http://schemas.microsoft.com/office/drawing/2014/main" id="{CF1EB4BD-9C7E-4AA3-9681-C7EB0DA6250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8813"/>
          <a:stretch/>
        </p:blipFill>
        <p:spPr>
          <a:xfrm>
            <a:off x="7999412" y="0"/>
            <a:ext cx="1603387" cy="1141407"/>
          </a:xfrm>
          <a:prstGeom prst="rect">
            <a:avLst/>
          </a:prstGeom>
        </p:spPr>
      </p:pic>
      <p:pic>
        <p:nvPicPr>
          <p:cNvPr id="18" name="Picture 17">
            <a:extLst>
              <a:ext uri="{FF2B5EF4-FFF2-40B4-BE49-F238E27FC236}">
                <a16:creationId xmlns:a16="http://schemas.microsoft.com/office/drawing/2014/main" id="{94AAE3AA-3759-4D28-B0EF-575F25A5146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 rotWithShape="1"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23320"/>
          <a:stretch/>
        </p:blipFill>
        <p:spPr>
          <a:xfrm>
            <a:off x="8605878" y="6096000"/>
            <a:ext cx="993734" cy="762000"/>
          </a:xfrm>
          <a:prstGeom prst="rect">
            <a:avLst/>
          </a:prstGeom>
        </p:spPr>
      </p:pic>
      <p:sp>
        <p:nvSpPr>
          <p:cNvPr id="20" name="Rectangle 19">
            <a:extLst>
              <a:ext uri="{FF2B5EF4-FFF2-40B4-BE49-F238E27FC236}">
                <a16:creationId xmlns:a16="http://schemas.microsoft.com/office/drawing/2014/main" id="{D28BE0C3-2102-4820-B88B-A448B1840D1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C6C7154-1385-3EC2-B5EC-9DFB8C55D70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6916" y="4542503"/>
            <a:ext cx="9184606" cy="1179870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z="6000"/>
              <a:t>Sign Up Page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F7A40DFF-BE4D-3316-C448-A1F52B7A7C1F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7"/>
          <a:srcRect r="-1" b="18292"/>
          <a:stretch>
            <a:fillRect/>
          </a:stretch>
        </p:blipFill>
        <p:spPr>
          <a:xfrm>
            <a:off x="635458" y="640079"/>
            <a:ext cx="10679141" cy="4188315"/>
          </a:xfrm>
          <a:prstGeom prst="rect">
            <a:avLst/>
          </a:prstGeom>
          <a:effectLst>
            <a:outerShdw blurRad="50800" dist="38100" dir="5400000" algn="t" rotWithShape="0">
              <a:prstClr val="black">
                <a:alpha val="43000"/>
              </a:prstClr>
            </a:outerShdw>
          </a:effectLst>
        </p:spPr>
      </p:pic>
    </p:spTree>
    <p:extLst>
      <p:ext uri="{BB962C8B-B14F-4D97-AF65-F5344CB8AC3E}">
        <p14:creationId xmlns:p14="http://schemas.microsoft.com/office/powerpoint/2010/main" val="210737005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4">
            <a:duotone>
              <a:schemeClr val="bg2">
                <a:shade val="69000"/>
                <a:hueMod val="108000"/>
                <a:satMod val="164000"/>
                <a:lumMod val="74000"/>
              </a:schemeClr>
              <a:schemeClr val="bg2">
                <a:tint val="96000"/>
                <a:hueMod val="88000"/>
                <a:satMod val="140000"/>
                <a:lumMod val="132000"/>
              </a:schemeClr>
            </a:duotone>
          </a:blip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>
            <a:extLst>
              <a:ext uri="{FF2B5EF4-FFF2-40B4-BE49-F238E27FC236}">
                <a16:creationId xmlns:a16="http://schemas.microsoft.com/office/drawing/2014/main" id="{C9ECDD5C-152A-4CC7-8333-0F367B3A62E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613"/>
          <a:stretch/>
        </p:blipFill>
        <p:spPr>
          <a:xfrm>
            <a:off x="0" y="2669685"/>
            <a:ext cx="4037012" cy="4188315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7F5C92A3-369B-43F3-BDCE-E560B1B0EC8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 rotWithShape="1"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5640"/>
          <a:stretch/>
        </p:blipFill>
        <p:spPr>
          <a:xfrm>
            <a:off x="0" y="2892347"/>
            <a:ext cx="1522412" cy="2365453"/>
          </a:xfrm>
          <a:prstGeom prst="rect">
            <a:avLst/>
          </a:prstGeom>
        </p:spPr>
      </p:pic>
      <p:sp>
        <p:nvSpPr>
          <p:cNvPr id="13" name="Oval 12">
            <a:extLst>
              <a:ext uri="{FF2B5EF4-FFF2-40B4-BE49-F238E27FC236}">
                <a16:creationId xmlns:a16="http://schemas.microsoft.com/office/drawing/2014/main" id="{AEBE9F1A-B38D-446E-83AE-14B17CE77FF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609012" y="1676400"/>
            <a:ext cx="2819400" cy="2819400"/>
          </a:xfrm>
          <a:prstGeom prst="ellipse">
            <a:avLst/>
          </a:prstGeom>
          <a:gradFill flip="none" rotWithShape="1">
            <a:gsLst>
              <a:gs pos="0">
                <a:schemeClr val="bg2">
                  <a:lumMod val="60000"/>
                  <a:lumOff val="40000"/>
                  <a:alpha val="7000"/>
                </a:schemeClr>
              </a:gs>
              <a:gs pos="69000">
                <a:schemeClr val="bg2">
                  <a:lumMod val="60000"/>
                  <a:lumOff val="40000"/>
                  <a:alpha val="0"/>
                </a:schemeClr>
              </a:gs>
              <a:gs pos="36000">
                <a:schemeClr val="bg2">
                  <a:lumMod val="60000"/>
                  <a:lumOff val="40000"/>
                  <a:alpha val="6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915B5014-A7EC-4BA6-9C83-8840CF81DB2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 rotWithShape="1"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8813"/>
          <a:stretch/>
        </p:blipFill>
        <p:spPr>
          <a:xfrm>
            <a:off x="7999412" y="0"/>
            <a:ext cx="1603387" cy="1141407"/>
          </a:xfrm>
          <a:prstGeom prst="rect">
            <a:avLst/>
          </a:prstGeom>
        </p:spPr>
      </p:pic>
      <p:pic>
        <p:nvPicPr>
          <p:cNvPr id="17" name="Picture 16">
            <a:extLst>
              <a:ext uri="{FF2B5EF4-FFF2-40B4-BE49-F238E27FC236}">
                <a16:creationId xmlns:a16="http://schemas.microsoft.com/office/drawing/2014/main" id="{022C43AB-86D7-420D-8AD7-DC0A15FDD0A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 rotWithShape="1"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23320"/>
          <a:stretch/>
        </p:blipFill>
        <p:spPr>
          <a:xfrm>
            <a:off x="8605878" y="6096000"/>
            <a:ext cx="993734" cy="762000"/>
          </a:xfrm>
          <a:prstGeom prst="rect">
            <a:avLst/>
          </a:prstGeom>
        </p:spPr>
      </p:pic>
      <p:sp>
        <p:nvSpPr>
          <p:cNvPr id="19" name="Rectangle 18">
            <a:extLst>
              <a:ext uri="{FF2B5EF4-FFF2-40B4-BE49-F238E27FC236}">
                <a16:creationId xmlns:a16="http://schemas.microsoft.com/office/drawing/2014/main" id="{5E3EB826-A471-488F-9E8A-D65528A3C0C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DFB3CEA1-88D9-42FB-88ED-1E9807FE659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77012" y="480060"/>
            <a:ext cx="11237976" cy="58978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4" name="20261009-1449-00.1809198">
            <a:hlinkClick r:id="" action="ppaction://media"/>
            <a:extLst>
              <a:ext uri="{FF2B5EF4-FFF2-40B4-BE49-F238E27FC236}">
                <a16:creationId xmlns:a16="http://schemas.microsoft.com/office/drawing/2014/main" id="{185721BF-1AEF-2629-EE74-E9E89A518BDB}"/>
              </a:ext>
            </a:extLst>
          </p:cNvPr>
          <p:cNvPicPr>
            <a:picLocks noGrp="1" noChangeAspect="1"/>
          </p:cNvPicPr>
          <p:nvPr>
            <p:ph idx="1"/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9"/>
          <a:stretch>
            <a:fillRect/>
          </a:stretch>
        </p:blipFill>
        <p:spPr>
          <a:xfrm>
            <a:off x="643467" y="839046"/>
            <a:ext cx="10905066" cy="5179907"/>
          </a:xfrm>
          <a:prstGeom prst="rect">
            <a:avLst/>
          </a:prstGeom>
        </p:spPr>
      </p:pic>
      <p:sp>
        <p:nvSpPr>
          <p:cNvPr id="23" name="Rectangle 22">
            <a:extLst>
              <a:ext uri="{FF2B5EF4-FFF2-40B4-BE49-F238E27FC236}">
                <a16:creationId xmlns:a16="http://schemas.microsoft.com/office/drawing/2014/main" id="{9A6C928E-4252-4F33-8C34-E50A12A3170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5052747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40500" fill="hold"/>
                                        <p:tgtEl>
                                          <p:spTgt spid="4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 vol="80000">
                <p:cTn id="7" fill="hold" display="0">
                  <p:stCondLst>
                    <p:cond delay="indefinite"/>
                  </p:stCondLst>
                </p:cTn>
                <p:tgtEl>
                  <p:spTgt spid="4"/>
                </p:tgtEl>
              </p:cMediaNode>
            </p:video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4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2" dur="1" fill="hold"/>
                                        <p:tgtEl>
                                          <p:spTgt spid="4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4"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Rectangle 23">
            <a:extLst>
              <a:ext uri="{FF2B5EF4-FFF2-40B4-BE49-F238E27FC236}">
                <a16:creationId xmlns:a16="http://schemas.microsoft.com/office/drawing/2014/main" id="{F747F1B4-B831-4277-8AB0-32767F7EB7B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999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003">
            <a:schemeClr val="dk2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" name="Freeform 7">
            <a:extLst>
              <a:ext uri="{FF2B5EF4-FFF2-40B4-BE49-F238E27FC236}">
                <a16:creationId xmlns:a16="http://schemas.microsoft.com/office/drawing/2014/main" id="{D80CFA21-AB7C-4BEB-9BFF-05764FBBF3C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719939" y="1460230"/>
            <a:ext cx="3472060" cy="825932"/>
          </a:xfrm>
          <a:custGeom>
            <a:avLst/>
            <a:gdLst>
              <a:gd name="connsiteX0" fmla="*/ 3470310 w 3472060"/>
              <a:gd name="connsiteY0" fmla="*/ 0 h 825932"/>
              <a:gd name="connsiteX1" fmla="*/ 3472060 w 3472060"/>
              <a:gd name="connsiteY1" fmla="*/ 12850 h 825932"/>
              <a:gd name="connsiteX2" fmla="*/ 3472060 w 3472060"/>
              <a:gd name="connsiteY2" fmla="*/ 480529 h 825932"/>
              <a:gd name="connsiteX3" fmla="*/ 3363699 w 3472060"/>
              <a:gd name="connsiteY3" fmla="*/ 498471 h 825932"/>
              <a:gd name="connsiteX4" fmla="*/ 42060 w 3472060"/>
              <a:gd name="connsiteY4" fmla="*/ 824486 h 825932"/>
              <a:gd name="connsiteX5" fmla="*/ 0 w 3472060"/>
              <a:gd name="connsiteY5" fmla="*/ 758452 h 825932"/>
              <a:gd name="connsiteX6" fmla="*/ 188014 w 3472060"/>
              <a:gd name="connsiteY6" fmla="*/ 735602 h 825932"/>
              <a:gd name="connsiteX7" fmla="*/ 284087 w 3472060"/>
              <a:gd name="connsiteY7" fmla="*/ 722590 h 825932"/>
              <a:gd name="connsiteX8" fmla="*/ 382288 w 3472060"/>
              <a:gd name="connsiteY8" fmla="*/ 709392 h 825932"/>
              <a:gd name="connsiteX9" fmla="*/ 481858 w 3472060"/>
              <a:gd name="connsiteY9" fmla="*/ 695774 h 825932"/>
              <a:gd name="connsiteX10" fmla="*/ 581897 w 3472060"/>
              <a:gd name="connsiteY10" fmla="*/ 680711 h 825932"/>
              <a:gd name="connsiteX11" fmla="*/ 683670 w 3472060"/>
              <a:gd name="connsiteY11" fmla="*/ 665256 h 825932"/>
              <a:gd name="connsiteX12" fmla="*/ 787206 w 3472060"/>
              <a:gd name="connsiteY12" fmla="*/ 649587 h 825932"/>
              <a:gd name="connsiteX13" fmla="*/ 892019 w 3472060"/>
              <a:gd name="connsiteY13" fmla="*/ 632968 h 825932"/>
              <a:gd name="connsiteX14" fmla="*/ 997620 w 3472060"/>
              <a:gd name="connsiteY14" fmla="*/ 614667 h 825932"/>
              <a:gd name="connsiteX15" fmla="*/ 1104727 w 3472060"/>
              <a:gd name="connsiteY15" fmla="*/ 596741 h 825932"/>
              <a:gd name="connsiteX16" fmla="*/ 1212669 w 3472060"/>
              <a:gd name="connsiteY16" fmla="*/ 577397 h 825932"/>
              <a:gd name="connsiteX17" fmla="*/ 1321506 w 3472060"/>
              <a:gd name="connsiteY17" fmla="*/ 556988 h 825932"/>
              <a:gd name="connsiteX18" fmla="*/ 1430709 w 3472060"/>
              <a:gd name="connsiteY18" fmla="*/ 536607 h 825932"/>
              <a:gd name="connsiteX19" fmla="*/ 1541050 w 3472060"/>
              <a:gd name="connsiteY19" fmla="*/ 514481 h 825932"/>
              <a:gd name="connsiteX20" fmla="*/ 1652805 w 3472060"/>
              <a:gd name="connsiteY20" fmla="*/ 492202 h 825932"/>
              <a:gd name="connsiteX21" fmla="*/ 1763708 w 3472060"/>
              <a:gd name="connsiteY21" fmla="*/ 469161 h 825932"/>
              <a:gd name="connsiteX22" fmla="*/ 1875795 w 3472060"/>
              <a:gd name="connsiteY22" fmla="*/ 444641 h 825932"/>
              <a:gd name="connsiteX23" fmla="*/ 1989128 w 3472060"/>
              <a:gd name="connsiteY23" fmla="*/ 418995 h 825932"/>
              <a:gd name="connsiteX24" fmla="*/ 2102476 w 3472060"/>
              <a:gd name="connsiteY24" fmla="*/ 393438 h 825932"/>
              <a:gd name="connsiteX25" fmla="*/ 2215549 w 3472060"/>
              <a:gd name="connsiteY25" fmla="*/ 366291 h 825932"/>
              <a:gd name="connsiteX26" fmla="*/ 2330490 w 3472060"/>
              <a:gd name="connsiteY26" fmla="*/ 337455 h 825932"/>
              <a:gd name="connsiteX27" fmla="*/ 2443333 w 3472060"/>
              <a:gd name="connsiteY27" fmla="*/ 308983 h 825932"/>
              <a:gd name="connsiteX28" fmla="*/ 2558014 w 3472060"/>
              <a:gd name="connsiteY28" fmla="*/ 278646 h 825932"/>
              <a:gd name="connsiteX29" fmla="*/ 2673621 w 3472060"/>
              <a:gd name="connsiteY29" fmla="*/ 247421 h 825932"/>
              <a:gd name="connsiteX30" fmla="*/ 2787008 w 3472060"/>
              <a:gd name="connsiteY30" fmla="*/ 215853 h 825932"/>
              <a:gd name="connsiteX31" fmla="*/ 2901442 w 3472060"/>
              <a:gd name="connsiteY31" fmla="*/ 182011 h 825932"/>
              <a:gd name="connsiteX32" fmla="*/ 3015722 w 3472060"/>
              <a:gd name="connsiteY32" fmla="*/ 147286 h 825932"/>
              <a:gd name="connsiteX33" fmla="*/ 3130018 w 3472060"/>
              <a:gd name="connsiteY33" fmla="*/ 112649 h 825932"/>
              <a:gd name="connsiteX34" fmla="*/ 3243551 w 3472060"/>
              <a:gd name="connsiteY34" fmla="*/ 75688 h 825932"/>
              <a:gd name="connsiteX35" fmla="*/ 3356992 w 3472060"/>
              <a:gd name="connsiteY35" fmla="*/ 38197 h 825932"/>
              <a:gd name="connsiteX36" fmla="*/ 3470310 w 3472060"/>
              <a:gd name="connsiteY36" fmla="*/ 0 h 82593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</a:cxnLst>
            <a:rect l="l" t="t" r="r" b="b"/>
            <a:pathLst>
              <a:path w="3472060" h="825932">
                <a:moveTo>
                  <a:pt x="3470310" y="0"/>
                </a:moveTo>
                <a:lnTo>
                  <a:pt x="3472060" y="12850"/>
                </a:lnTo>
                <a:lnTo>
                  <a:pt x="3472060" y="480529"/>
                </a:lnTo>
                <a:lnTo>
                  <a:pt x="3363699" y="498471"/>
                </a:lnTo>
                <a:cubicBezTo>
                  <a:pt x="2435623" y="645518"/>
                  <a:pt x="603076" y="844866"/>
                  <a:pt x="42060" y="824486"/>
                </a:cubicBezTo>
                <a:cubicBezTo>
                  <a:pt x="28151" y="802425"/>
                  <a:pt x="13909" y="780513"/>
                  <a:pt x="0" y="758452"/>
                </a:cubicBezTo>
                <a:lnTo>
                  <a:pt x="188014" y="735602"/>
                </a:lnTo>
                <a:lnTo>
                  <a:pt x="284087" y="722590"/>
                </a:lnTo>
                <a:lnTo>
                  <a:pt x="382288" y="709392"/>
                </a:lnTo>
                <a:lnTo>
                  <a:pt x="481858" y="695774"/>
                </a:lnTo>
                <a:lnTo>
                  <a:pt x="581897" y="680711"/>
                </a:lnTo>
                <a:lnTo>
                  <a:pt x="683670" y="665256"/>
                </a:lnTo>
                <a:lnTo>
                  <a:pt x="787206" y="649587"/>
                </a:lnTo>
                <a:lnTo>
                  <a:pt x="892019" y="632968"/>
                </a:lnTo>
                <a:lnTo>
                  <a:pt x="997620" y="614667"/>
                </a:lnTo>
                <a:lnTo>
                  <a:pt x="1104727" y="596741"/>
                </a:lnTo>
                <a:lnTo>
                  <a:pt x="1212669" y="577397"/>
                </a:lnTo>
                <a:lnTo>
                  <a:pt x="1321506" y="556988"/>
                </a:lnTo>
                <a:lnTo>
                  <a:pt x="1430709" y="536607"/>
                </a:lnTo>
                <a:lnTo>
                  <a:pt x="1541050" y="514481"/>
                </a:lnTo>
                <a:lnTo>
                  <a:pt x="1652805" y="492202"/>
                </a:lnTo>
                <a:lnTo>
                  <a:pt x="1763708" y="469161"/>
                </a:lnTo>
                <a:lnTo>
                  <a:pt x="1875795" y="444641"/>
                </a:lnTo>
                <a:lnTo>
                  <a:pt x="1989128" y="418995"/>
                </a:lnTo>
                <a:lnTo>
                  <a:pt x="2102476" y="393438"/>
                </a:lnTo>
                <a:lnTo>
                  <a:pt x="2215549" y="366291"/>
                </a:lnTo>
                <a:lnTo>
                  <a:pt x="2330490" y="337455"/>
                </a:lnTo>
                <a:lnTo>
                  <a:pt x="2443333" y="308983"/>
                </a:lnTo>
                <a:lnTo>
                  <a:pt x="2558014" y="278646"/>
                </a:lnTo>
                <a:lnTo>
                  <a:pt x="2673621" y="247421"/>
                </a:lnTo>
                <a:lnTo>
                  <a:pt x="2787008" y="215853"/>
                </a:lnTo>
                <a:lnTo>
                  <a:pt x="2901442" y="182011"/>
                </a:lnTo>
                <a:lnTo>
                  <a:pt x="3015722" y="147286"/>
                </a:lnTo>
                <a:lnTo>
                  <a:pt x="3130018" y="112649"/>
                </a:lnTo>
                <a:lnTo>
                  <a:pt x="3243551" y="75688"/>
                </a:lnTo>
                <a:lnTo>
                  <a:pt x="3356992" y="38197"/>
                </a:lnTo>
                <a:lnTo>
                  <a:pt x="3470310" y="0"/>
                </a:lnTo>
                <a:close/>
              </a:path>
            </a:pathLst>
          </a:custGeom>
          <a:solidFill>
            <a:schemeClr val="bg1">
              <a:alpha val="20000"/>
            </a:schemeClr>
          </a:solidFill>
          <a:ln>
            <a:noFill/>
          </a:ln>
        </p:spPr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22C119B-23FE-D36F-F24E-B201A8D16D6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8930" y="629267"/>
            <a:ext cx="9252154" cy="1016654"/>
          </a:xfrm>
        </p:spPr>
        <p:txBody>
          <a:bodyPr>
            <a:normAutofit/>
          </a:bodyPr>
          <a:lstStyle/>
          <a:p>
            <a:pPr>
              <a:lnSpc>
                <a:spcPct val="90000"/>
              </a:lnSpc>
            </a:pPr>
            <a:r>
              <a:rPr lang="en-US" sz="3300">
                <a:solidFill>
                  <a:srgbClr val="EBEBEB"/>
                </a:solidFill>
              </a:rPr>
              <a:t>Roles</a:t>
            </a:r>
            <a:br>
              <a:rPr lang="en-US" sz="3300">
                <a:solidFill>
                  <a:srgbClr val="EBEBEB"/>
                </a:solidFill>
              </a:rPr>
            </a:br>
            <a:endParaRPr lang="en-US" sz="3300">
              <a:solidFill>
                <a:srgbClr val="EBEBEB"/>
              </a:solidFill>
            </a:endParaRP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12F7E335-851A-4CAE-B09F-E657819D460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27" name="Freeform: Shape 26">
            <a:extLst>
              <a:ext uri="{FF2B5EF4-FFF2-40B4-BE49-F238E27FC236}">
                <a16:creationId xmlns:a16="http://schemas.microsoft.com/office/drawing/2014/main" id="{10B541F0-7F6E-402E-84D8-CF96EACA5FB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gray">
          <a:xfrm>
            <a:off x="-1" y="1762067"/>
            <a:ext cx="12192418" cy="5095933"/>
          </a:xfrm>
          <a:custGeom>
            <a:avLst/>
            <a:gdLst>
              <a:gd name="connsiteX0" fmla="*/ 1 w 12192418"/>
              <a:gd name="connsiteY0" fmla="*/ 0 h 5095933"/>
              <a:gd name="connsiteX1" fmla="*/ 71932 w 12192418"/>
              <a:gd name="connsiteY1" fmla="*/ 12261 h 5095933"/>
              <a:gd name="connsiteX2" fmla="*/ 282849 w 12192418"/>
              <a:gd name="connsiteY2" fmla="*/ 48343 h 5095933"/>
              <a:gd name="connsiteX3" fmla="*/ 436464 w 12192418"/>
              <a:gd name="connsiteY3" fmla="*/ 73565 h 5095933"/>
              <a:gd name="connsiteX4" fmla="*/ 619339 w 12192418"/>
              <a:gd name="connsiteY4" fmla="*/ 100188 h 5095933"/>
              <a:gd name="connsiteX5" fmla="*/ 836351 w 12192418"/>
              <a:gd name="connsiteY5" fmla="*/ 132066 h 5095933"/>
              <a:gd name="connsiteX6" fmla="*/ 1076528 w 12192418"/>
              <a:gd name="connsiteY6" fmla="*/ 165696 h 5095933"/>
              <a:gd name="connsiteX7" fmla="*/ 1347184 w 12192418"/>
              <a:gd name="connsiteY7" fmla="*/ 201077 h 5095933"/>
              <a:gd name="connsiteX8" fmla="*/ 1642223 w 12192418"/>
              <a:gd name="connsiteY8" fmla="*/ 238560 h 5095933"/>
              <a:gd name="connsiteX9" fmla="*/ 1962864 w 12192418"/>
              <a:gd name="connsiteY9" fmla="*/ 276043 h 5095933"/>
              <a:gd name="connsiteX10" fmla="*/ 2304232 w 12192418"/>
              <a:gd name="connsiteY10" fmla="*/ 314227 h 5095933"/>
              <a:gd name="connsiteX11" fmla="*/ 2672421 w 12192418"/>
              <a:gd name="connsiteY11" fmla="*/ 349608 h 5095933"/>
              <a:gd name="connsiteX12" fmla="*/ 3057678 w 12192418"/>
              <a:gd name="connsiteY12" fmla="*/ 383588 h 5095933"/>
              <a:gd name="connsiteX13" fmla="*/ 3464881 w 12192418"/>
              <a:gd name="connsiteY13" fmla="*/ 414415 h 5095933"/>
              <a:gd name="connsiteX14" fmla="*/ 3889152 w 12192418"/>
              <a:gd name="connsiteY14" fmla="*/ 443841 h 5095933"/>
              <a:gd name="connsiteX15" fmla="*/ 4331710 w 12192418"/>
              <a:gd name="connsiteY15" fmla="*/ 471515 h 5095933"/>
              <a:gd name="connsiteX16" fmla="*/ 4558476 w 12192418"/>
              <a:gd name="connsiteY16" fmla="*/ 481324 h 5095933"/>
              <a:gd name="connsiteX17" fmla="*/ 4790118 w 12192418"/>
              <a:gd name="connsiteY17" fmla="*/ 492183 h 5095933"/>
              <a:gd name="connsiteX18" fmla="*/ 5025418 w 12192418"/>
              <a:gd name="connsiteY18" fmla="*/ 502342 h 5095933"/>
              <a:gd name="connsiteX19" fmla="*/ 5261937 w 12192418"/>
              <a:gd name="connsiteY19" fmla="*/ 508998 h 5095933"/>
              <a:gd name="connsiteX20" fmla="*/ 5503332 w 12192418"/>
              <a:gd name="connsiteY20" fmla="*/ 514953 h 5095933"/>
              <a:gd name="connsiteX21" fmla="*/ 5747167 w 12192418"/>
              <a:gd name="connsiteY21" fmla="*/ 521259 h 5095933"/>
              <a:gd name="connsiteX22" fmla="*/ 5995877 w 12192418"/>
              <a:gd name="connsiteY22" fmla="*/ 525463 h 5095933"/>
              <a:gd name="connsiteX23" fmla="*/ 6247026 w 12192418"/>
              <a:gd name="connsiteY23" fmla="*/ 525463 h 5095933"/>
              <a:gd name="connsiteX24" fmla="*/ 6500613 w 12192418"/>
              <a:gd name="connsiteY24" fmla="*/ 527565 h 5095933"/>
              <a:gd name="connsiteX25" fmla="*/ 6756639 w 12192418"/>
              <a:gd name="connsiteY25" fmla="*/ 525463 h 5095933"/>
              <a:gd name="connsiteX26" fmla="*/ 7016322 w 12192418"/>
              <a:gd name="connsiteY26" fmla="*/ 521259 h 5095933"/>
              <a:gd name="connsiteX27" fmla="*/ 7276005 w 12192418"/>
              <a:gd name="connsiteY27" fmla="*/ 517406 h 5095933"/>
              <a:gd name="connsiteX28" fmla="*/ 7539345 w 12192418"/>
              <a:gd name="connsiteY28" fmla="*/ 508998 h 5095933"/>
              <a:gd name="connsiteX29" fmla="*/ 7805124 w 12192418"/>
              <a:gd name="connsiteY29" fmla="*/ 500241 h 5095933"/>
              <a:gd name="connsiteX30" fmla="*/ 8070903 w 12192418"/>
              <a:gd name="connsiteY30" fmla="*/ 490082 h 5095933"/>
              <a:gd name="connsiteX31" fmla="*/ 8339121 w 12192418"/>
              <a:gd name="connsiteY31" fmla="*/ 475719 h 5095933"/>
              <a:gd name="connsiteX32" fmla="*/ 8609776 w 12192418"/>
              <a:gd name="connsiteY32" fmla="*/ 458554 h 5095933"/>
              <a:gd name="connsiteX33" fmla="*/ 8881651 w 12192418"/>
              <a:gd name="connsiteY33" fmla="*/ 442089 h 5095933"/>
              <a:gd name="connsiteX34" fmla="*/ 9153526 w 12192418"/>
              <a:gd name="connsiteY34" fmla="*/ 421071 h 5095933"/>
              <a:gd name="connsiteX35" fmla="*/ 9429058 w 12192418"/>
              <a:gd name="connsiteY35" fmla="*/ 395849 h 5095933"/>
              <a:gd name="connsiteX36" fmla="*/ 9700933 w 12192418"/>
              <a:gd name="connsiteY36" fmla="*/ 370626 h 5095933"/>
              <a:gd name="connsiteX37" fmla="*/ 9977684 w 12192418"/>
              <a:gd name="connsiteY37" fmla="*/ 341551 h 5095933"/>
              <a:gd name="connsiteX38" fmla="*/ 10255655 w 12192418"/>
              <a:gd name="connsiteY38" fmla="*/ 309673 h 5095933"/>
              <a:gd name="connsiteX39" fmla="*/ 10529968 w 12192418"/>
              <a:gd name="connsiteY39" fmla="*/ 276043 h 5095933"/>
              <a:gd name="connsiteX40" fmla="*/ 10807939 w 12192418"/>
              <a:gd name="connsiteY40" fmla="*/ 236809 h 5095933"/>
              <a:gd name="connsiteX41" fmla="*/ 11084690 w 12192418"/>
              <a:gd name="connsiteY41" fmla="*/ 194772 h 5095933"/>
              <a:gd name="connsiteX42" fmla="*/ 11362661 w 12192418"/>
              <a:gd name="connsiteY42" fmla="*/ 153085 h 5095933"/>
              <a:gd name="connsiteX43" fmla="*/ 11639412 w 12192418"/>
              <a:gd name="connsiteY43" fmla="*/ 104392 h 5095933"/>
              <a:gd name="connsiteX44" fmla="*/ 11914945 w 12192418"/>
              <a:gd name="connsiteY44" fmla="*/ 54648 h 5095933"/>
              <a:gd name="connsiteX45" fmla="*/ 12191696 w 12192418"/>
              <a:gd name="connsiteY45" fmla="*/ 2452 h 5095933"/>
              <a:gd name="connsiteX46" fmla="*/ 12191696 w 12192418"/>
              <a:gd name="connsiteY46" fmla="*/ 2109542 h 5095933"/>
              <a:gd name="connsiteX47" fmla="*/ 12191999 w 12192418"/>
              <a:gd name="connsiteY47" fmla="*/ 2109542 h 5095933"/>
              <a:gd name="connsiteX48" fmla="*/ 12191999 w 12192418"/>
              <a:gd name="connsiteY48" fmla="*/ 2802467 h 5095933"/>
              <a:gd name="connsiteX49" fmla="*/ 12192418 w 12192418"/>
              <a:gd name="connsiteY49" fmla="*/ 2802467 h 5095933"/>
              <a:gd name="connsiteX50" fmla="*/ 12192418 w 12192418"/>
              <a:gd name="connsiteY50" fmla="*/ 5095933 h 5095933"/>
              <a:gd name="connsiteX51" fmla="*/ 1 w 12192418"/>
              <a:gd name="connsiteY51" fmla="*/ 5095933 h 5095933"/>
              <a:gd name="connsiteX52" fmla="*/ 1 w 12192418"/>
              <a:gd name="connsiteY52" fmla="*/ 4074529 h 5095933"/>
              <a:gd name="connsiteX53" fmla="*/ 0 w 12192418"/>
              <a:gd name="connsiteY53" fmla="*/ 4074529 h 5095933"/>
              <a:gd name="connsiteX54" fmla="*/ 0 w 12192418"/>
              <a:gd name="connsiteY54" fmla="*/ 2109542 h 5095933"/>
              <a:gd name="connsiteX55" fmla="*/ 1 w 12192418"/>
              <a:gd name="connsiteY55" fmla="*/ 2109542 h 509593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</a:cxnLst>
            <a:rect l="l" t="t" r="r" b="b"/>
            <a:pathLst>
              <a:path w="12192418" h="5095933">
                <a:moveTo>
                  <a:pt x="1" y="0"/>
                </a:moveTo>
                <a:lnTo>
                  <a:pt x="71932" y="12261"/>
                </a:lnTo>
                <a:lnTo>
                  <a:pt x="282849" y="48343"/>
                </a:lnTo>
                <a:lnTo>
                  <a:pt x="436464" y="73565"/>
                </a:lnTo>
                <a:lnTo>
                  <a:pt x="619339" y="100188"/>
                </a:lnTo>
                <a:lnTo>
                  <a:pt x="836351" y="132066"/>
                </a:lnTo>
                <a:lnTo>
                  <a:pt x="1076528" y="165696"/>
                </a:lnTo>
                <a:lnTo>
                  <a:pt x="1347184" y="201077"/>
                </a:lnTo>
                <a:lnTo>
                  <a:pt x="1642223" y="238560"/>
                </a:lnTo>
                <a:lnTo>
                  <a:pt x="1962864" y="276043"/>
                </a:lnTo>
                <a:lnTo>
                  <a:pt x="2304232" y="314227"/>
                </a:lnTo>
                <a:lnTo>
                  <a:pt x="2672421" y="349608"/>
                </a:lnTo>
                <a:lnTo>
                  <a:pt x="3057678" y="383588"/>
                </a:lnTo>
                <a:lnTo>
                  <a:pt x="3464881" y="414415"/>
                </a:lnTo>
                <a:lnTo>
                  <a:pt x="3889152" y="443841"/>
                </a:lnTo>
                <a:lnTo>
                  <a:pt x="4331710" y="471515"/>
                </a:lnTo>
                <a:lnTo>
                  <a:pt x="4558476" y="481324"/>
                </a:lnTo>
                <a:lnTo>
                  <a:pt x="4790118" y="492183"/>
                </a:lnTo>
                <a:lnTo>
                  <a:pt x="5025418" y="502342"/>
                </a:lnTo>
                <a:lnTo>
                  <a:pt x="5261937" y="508998"/>
                </a:lnTo>
                <a:lnTo>
                  <a:pt x="5503332" y="514953"/>
                </a:lnTo>
                <a:lnTo>
                  <a:pt x="5747167" y="521259"/>
                </a:lnTo>
                <a:lnTo>
                  <a:pt x="5995877" y="525463"/>
                </a:lnTo>
                <a:lnTo>
                  <a:pt x="6247026" y="525463"/>
                </a:lnTo>
                <a:lnTo>
                  <a:pt x="6500613" y="527565"/>
                </a:lnTo>
                <a:lnTo>
                  <a:pt x="6756639" y="525463"/>
                </a:lnTo>
                <a:lnTo>
                  <a:pt x="7016322" y="521259"/>
                </a:lnTo>
                <a:lnTo>
                  <a:pt x="7276005" y="517406"/>
                </a:lnTo>
                <a:lnTo>
                  <a:pt x="7539345" y="508998"/>
                </a:lnTo>
                <a:lnTo>
                  <a:pt x="7805124" y="500241"/>
                </a:lnTo>
                <a:lnTo>
                  <a:pt x="8070903" y="490082"/>
                </a:lnTo>
                <a:lnTo>
                  <a:pt x="8339121" y="475719"/>
                </a:lnTo>
                <a:lnTo>
                  <a:pt x="8609776" y="458554"/>
                </a:lnTo>
                <a:lnTo>
                  <a:pt x="8881651" y="442089"/>
                </a:lnTo>
                <a:lnTo>
                  <a:pt x="9153526" y="421071"/>
                </a:lnTo>
                <a:lnTo>
                  <a:pt x="9429058" y="395849"/>
                </a:lnTo>
                <a:lnTo>
                  <a:pt x="9700933" y="370626"/>
                </a:lnTo>
                <a:lnTo>
                  <a:pt x="9977684" y="341551"/>
                </a:lnTo>
                <a:lnTo>
                  <a:pt x="10255655" y="309673"/>
                </a:lnTo>
                <a:lnTo>
                  <a:pt x="10529968" y="276043"/>
                </a:lnTo>
                <a:lnTo>
                  <a:pt x="10807939" y="236809"/>
                </a:lnTo>
                <a:lnTo>
                  <a:pt x="11084690" y="194772"/>
                </a:lnTo>
                <a:lnTo>
                  <a:pt x="11362661" y="153085"/>
                </a:lnTo>
                <a:lnTo>
                  <a:pt x="11639412" y="104392"/>
                </a:lnTo>
                <a:lnTo>
                  <a:pt x="11914945" y="54648"/>
                </a:lnTo>
                <a:lnTo>
                  <a:pt x="12191696" y="2452"/>
                </a:lnTo>
                <a:lnTo>
                  <a:pt x="12191696" y="2109542"/>
                </a:lnTo>
                <a:lnTo>
                  <a:pt x="12191999" y="2109542"/>
                </a:lnTo>
                <a:lnTo>
                  <a:pt x="12191999" y="2802467"/>
                </a:lnTo>
                <a:lnTo>
                  <a:pt x="12192418" y="2802467"/>
                </a:lnTo>
                <a:lnTo>
                  <a:pt x="12192418" y="5095933"/>
                </a:lnTo>
                <a:lnTo>
                  <a:pt x="1" y="5095933"/>
                </a:lnTo>
                <a:lnTo>
                  <a:pt x="1" y="4074529"/>
                </a:lnTo>
                <a:lnTo>
                  <a:pt x="0" y="4074529"/>
                </a:lnTo>
                <a:lnTo>
                  <a:pt x="0" y="2109542"/>
                </a:lnTo>
                <a:lnTo>
                  <a:pt x="1" y="2109542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315EA523-E84B-76AD-A7FB-B250C5EF30B6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558869746"/>
              </p:ext>
            </p:extLst>
          </p:nvPr>
        </p:nvGraphicFramePr>
        <p:xfrm>
          <a:off x="648930" y="2810256"/>
          <a:ext cx="10895370" cy="340427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3801946931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Ion">
  <a:themeElements>
    <a:clrScheme name="Ion">
      <a:dk1>
        <a:sysClr val="windowText" lastClr="000000"/>
      </a:dk1>
      <a:lt1>
        <a:sysClr val="window" lastClr="FFFFFF"/>
      </a:lt1>
      <a:dk2>
        <a:srgbClr val="1E5155"/>
      </a:dk2>
      <a:lt2>
        <a:srgbClr val="EBEBEB"/>
      </a:lt2>
      <a:accent1>
        <a:srgbClr val="B01513"/>
      </a:accent1>
      <a:accent2>
        <a:srgbClr val="EA6312"/>
      </a:accent2>
      <a:accent3>
        <a:srgbClr val="E6B729"/>
      </a:accent3>
      <a:accent4>
        <a:srgbClr val="6AAC90"/>
      </a:accent4>
      <a:accent5>
        <a:srgbClr val="54849A"/>
      </a:accent5>
      <a:accent6>
        <a:srgbClr val="9E5E9B"/>
      </a:accent6>
      <a:hlink>
        <a:srgbClr val="58C1BA"/>
      </a:hlink>
      <a:folHlink>
        <a:srgbClr val="9DFFCB"/>
      </a:folHlink>
    </a:clrScheme>
    <a:fontScheme name="Ion">
      <a:maj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Ion">
      <a:fillStyleLst>
        <a:solidFill>
          <a:schemeClr val="phClr"/>
        </a:solidFill>
        <a:gradFill rotWithShape="1">
          <a:gsLst>
            <a:gs pos="0">
              <a:schemeClr val="phClr">
                <a:tint val="64000"/>
                <a:lumMod val="118000"/>
              </a:schemeClr>
            </a:gs>
            <a:gs pos="100000">
              <a:schemeClr val="phClr">
                <a:tint val="92000"/>
                <a:alpha val="100000"/>
                <a:lumMod val="11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lumMod val="114000"/>
              </a:schemeClr>
            </a:gs>
            <a:gs pos="100000">
              <a:schemeClr val="phClr">
                <a:shade val="90000"/>
                <a:lumMod val="8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857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63500" dist="38100" dir="540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7000"/>
                <a:hueMod val="88000"/>
                <a:satMod val="130000"/>
                <a:lumMod val="124000"/>
              </a:schemeClr>
            </a:gs>
            <a:gs pos="100000">
              <a:schemeClr val="phClr">
                <a:tint val="96000"/>
                <a:shade val="88000"/>
                <a:hueMod val="108000"/>
                <a:satMod val="164000"/>
                <a:lumMod val="76000"/>
              </a:schemeClr>
            </a:gs>
          </a:gsLst>
          <a:path path="circle">
            <a:fillToRect l="45000" t="65000" r="125000" b="100000"/>
          </a:path>
        </a:gradFill>
        <a:blipFill rotWithShape="1">
          <a:blip xmlns:r="http://schemas.openxmlformats.org/officeDocument/2006/relationships" r:embed="rId1">
            <a:duotone>
              <a:schemeClr val="phClr">
                <a:shade val="69000"/>
                <a:hueMod val="108000"/>
                <a:satMod val="164000"/>
                <a:lumMod val="74000"/>
              </a:schemeClr>
              <a:schemeClr val="phClr">
                <a:tint val="96000"/>
                <a:hueMod val="88000"/>
                <a:satMod val="140000"/>
                <a:lumMod val="132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Ion" id="{B8441ADB-2E43-4AF7-B97A-BD870242C6A8}" vid="{292E63A9-BB86-4E3D-B92A-7223C6510D2E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DB15724CB8C5034CB315F77C5C30EBB1" ma:contentTypeVersion="9" ma:contentTypeDescription="Create a new document." ma:contentTypeScope="" ma:versionID="cf28b2f95fde2afa5711d3a523247aca">
  <xsd:schema xmlns:xsd="http://www.w3.org/2001/XMLSchema" xmlns:xs="http://www.w3.org/2001/XMLSchema" xmlns:p="http://schemas.microsoft.com/office/2006/metadata/properties" xmlns:ns2="4072079d-baf4-4707-8f64-0d9c32ece798" targetNamespace="http://schemas.microsoft.com/office/2006/metadata/properties" ma:root="true" ma:fieldsID="c8126069617310b3321cb7e8594e0f3c" ns2:_="">
    <xsd:import namespace="4072079d-baf4-4707-8f64-0d9c32ece798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DateTaken" minOccurs="0"/>
                <xsd:element ref="ns2:lcf76f155ced4ddcb4097134ff3c332f" minOccurs="0"/>
                <xsd:element ref="ns2:MediaServiceGenerationTime" minOccurs="0"/>
                <xsd:element ref="ns2:MediaServiceEventHashCode" minOccurs="0"/>
                <xsd:element ref="ns2:MediaLengthInSecond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4072079d-baf4-4707-8f64-0d9c32ece798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ateTaken" ma:index="11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lcf76f155ced4ddcb4097134ff3c332f" ma:index="13" nillable="true" ma:taxonomy="true" ma:internalName="lcf76f155ced4ddcb4097134ff3c332f" ma:taxonomyFieldName="MediaServiceImageTags" ma:displayName="Image Tags" ma:readOnly="false" ma:fieldId="{5cf76f15-5ced-4ddc-b409-7134ff3c332f}" ma:taxonomyMulti="true" ma:sspId="52b6ac8f-c52f-4046-b455-8d0f67d565bb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GenerationTime" ma:index="14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5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16" nillable="true" ma:displayName="MediaLengthInSeconds" ma:hidden="true" ma:internalName="MediaLengthInSeconds" ma:readOnly="true">
      <xsd:simpleType>
        <xsd:restriction base="dms:Unknown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4072079d-baf4-4707-8f64-0d9c32ece798">
      <Terms xmlns="http://schemas.microsoft.com/office/infopath/2007/PartnerControls"/>
    </lcf76f155ced4ddcb4097134ff3c332f>
  </documentManagement>
</p:properties>
</file>

<file path=customXml/itemProps1.xml><?xml version="1.0" encoding="utf-8"?>
<ds:datastoreItem xmlns:ds="http://schemas.openxmlformats.org/officeDocument/2006/customXml" ds:itemID="{E13B5397-A0FF-43D4-90AB-DD6BB05D98CB}"/>
</file>

<file path=customXml/itemProps2.xml><?xml version="1.0" encoding="utf-8"?>
<ds:datastoreItem xmlns:ds="http://schemas.openxmlformats.org/officeDocument/2006/customXml" ds:itemID="{D21E2836-6100-4651-B852-D2A4DCAC61C1}"/>
</file>

<file path=customXml/itemProps3.xml><?xml version="1.0" encoding="utf-8"?>
<ds:datastoreItem xmlns:ds="http://schemas.openxmlformats.org/officeDocument/2006/customXml" ds:itemID="{D9BC9FD4-4F4A-49C7-913F-28FF14C96B66}"/>
</file>

<file path=docProps/app.xml><?xml version="1.0" encoding="utf-8"?>
<Properties xmlns="http://schemas.openxmlformats.org/officeDocument/2006/extended-properties" xmlns:vt="http://schemas.openxmlformats.org/officeDocument/2006/docPropsVTypes">
  <Template>TM02836342[[fn=Ion]]</Template>
  <TotalTime>101</TotalTime>
  <Words>68</Words>
  <Application>Microsoft Office PowerPoint</Application>
  <PresentationFormat>Widescreen</PresentationFormat>
  <Paragraphs>11</Paragraphs>
  <Slides>6</Slides>
  <Notes>0</Notes>
  <HiddenSlides>0</HiddenSlides>
  <MMClips>1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9" baseType="lpstr">
      <vt:lpstr>Century Gothic</vt:lpstr>
      <vt:lpstr>Wingdings 3</vt:lpstr>
      <vt:lpstr>Ion</vt:lpstr>
      <vt:lpstr>Visual Presentation #2</vt:lpstr>
      <vt:lpstr>Gen Fitness</vt:lpstr>
      <vt:lpstr>Home Page</vt:lpstr>
      <vt:lpstr>Sign Up Page</vt:lpstr>
      <vt:lpstr>PowerPoint Presentation</vt:lpstr>
      <vt:lpstr>Roles 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Edward Arroyo</dc:creator>
  <cp:lastModifiedBy>Edward Arroyo</cp:lastModifiedBy>
  <cp:revision>2</cp:revision>
  <dcterms:created xsi:type="dcterms:W3CDTF">2026-09-16T17:02:19Z</dcterms:created>
  <dcterms:modified xsi:type="dcterms:W3CDTF">2026-10-09T14:57:12Z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0x010100DB15724CB8C5034CB315F77C5C30EBB1</vt:lpwstr>
  </property>
</Properties>
</file>